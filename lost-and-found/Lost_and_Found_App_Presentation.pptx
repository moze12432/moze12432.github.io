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17C73-3453-4D2C-A864-6CA3F26142D3}" type="doc">
      <dgm:prSet loTypeId="urn:microsoft.com/office/officeart/2005/8/layout/cycle1" loCatId="cycle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258276-28F5-407F-ACC1-1611BEFF6F92}">
      <dgm:prSet/>
      <dgm:spPr/>
      <dgm:t>
        <a:bodyPr/>
        <a:lstStyle/>
        <a:p>
          <a:r>
            <a:rPr lang="en-US"/>
            <a:t>Mobile app for reporting lost/found items</a:t>
          </a:r>
        </a:p>
      </dgm:t>
    </dgm:pt>
    <dgm:pt modelId="{10010016-486B-41FD-A281-4A5B859F74EE}" type="parTrans" cxnId="{53509752-AD6B-4D38-8D0D-35454B96DF6B}">
      <dgm:prSet/>
      <dgm:spPr/>
      <dgm:t>
        <a:bodyPr/>
        <a:lstStyle/>
        <a:p>
          <a:endParaRPr lang="en-US"/>
        </a:p>
      </dgm:t>
    </dgm:pt>
    <dgm:pt modelId="{6DD6E82F-90C1-4F90-9244-798B45CFD512}" type="sibTrans" cxnId="{53509752-AD6B-4D38-8D0D-35454B96DF6B}">
      <dgm:prSet/>
      <dgm:spPr/>
      <dgm:t>
        <a:bodyPr/>
        <a:lstStyle/>
        <a:p>
          <a:endParaRPr lang="en-US"/>
        </a:p>
      </dgm:t>
    </dgm:pt>
    <dgm:pt modelId="{E7E3603A-21F0-45EC-8C9A-D08B5B63F20B}">
      <dgm:prSet/>
      <dgm:spPr/>
      <dgm:t>
        <a:bodyPr/>
        <a:lstStyle/>
        <a:p>
          <a:r>
            <a:rPr lang="en-US"/>
            <a:t>Search and filter listings</a:t>
          </a:r>
        </a:p>
      </dgm:t>
    </dgm:pt>
    <dgm:pt modelId="{3A45A3EA-E114-4B7A-926A-0D4E696EB808}" type="parTrans" cxnId="{DDF18B6F-8196-4E77-A1C1-0745558739F6}">
      <dgm:prSet/>
      <dgm:spPr/>
      <dgm:t>
        <a:bodyPr/>
        <a:lstStyle/>
        <a:p>
          <a:endParaRPr lang="en-US"/>
        </a:p>
      </dgm:t>
    </dgm:pt>
    <dgm:pt modelId="{1DF2219D-A885-4DD7-AEE3-8C77A7F85279}" type="sibTrans" cxnId="{DDF18B6F-8196-4E77-A1C1-0745558739F6}">
      <dgm:prSet/>
      <dgm:spPr/>
      <dgm:t>
        <a:bodyPr/>
        <a:lstStyle/>
        <a:p>
          <a:endParaRPr lang="en-US"/>
        </a:p>
      </dgm:t>
    </dgm:pt>
    <dgm:pt modelId="{63032EA4-6867-4E80-BACE-6B18EA5A5D50}">
      <dgm:prSet/>
      <dgm:spPr/>
      <dgm:t>
        <a:bodyPr/>
        <a:lstStyle/>
        <a:p>
          <a:r>
            <a:rPr lang="en-US"/>
            <a:t>User communication</a:t>
          </a:r>
        </a:p>
      </dgm:t>
    </dgm:pt>
    <dgm:pt modelId="{D497F111-B645-4152-A93D-BECF67897DD4}" type="parTrans" cxnId="{BCAF29B9-F90A-440F-861A-B0EB6D7B3DAA}">
      <dgm:prSet/>
      <dgm:spPr/>
      <dgm:t>
        <a:bodyPr/>
        <a:lstStyle/>
        <a:p>
          <a:endParaRPr lang="en-US"/>
        </a:p>
      </dgm:t>
    </dgm:pt>
    <dgm:pt modelId="{F3B3E2A4-47F4-40E5-BAAF-E31D84AF524E}" type="sibTrans" cxnId="{BCAF29B9-F90A-440F-861A-B0EB6D7B3DAA}">
      <dgm:prSet/>
      <dgm:spPr/>
      <dgm:t>
        <a:bodyPr/>
        <a:lstStyle/>
        <a:p>
          <a:endParaRPr lang="en-US"/>
        </a:p>
      </dgm:t>
    </dgm:pt>
    <dgm:pt modelId="{85994B9C-9714-4DA5-B12A-C1871F3016DB}">
      <dgm:prSet/>
      <dgm:spPr/>
      <dgm:t>
        <a:bodyPr/>
        <a:lstStyle/>
        <a:p>
          <a:r>
            <a:rPr lang="en-US"/>
            <a:t>Real-time notifications</a:t>
          </a:r>
        </a:p>
      </dgm:t>
    </dgm:pt>
    <dgm:pt modelId="{D55DF0B4-71C3-4D87-B4E1-F12D03C3DB27}" type="parTrans" cxnId="{145FAB8F-10D4-4816-91DA-932FB003B901}">
      <dgm:prSet/>
      <dgm:spPr/>
      <dgm:t>
        <a:bodyPr/>
        <a:lstStyle/>
        <a:p>
          <a:endParaRPr lang="en-US"/>
        </a:p>
      </dgm:t>
    </dgm:pt>
    <dgm:pt modelId="{D132E86A-FDB8-4B38-8ABA-59C80E8C5029}" type="sibTrans" cxnId="{145FAB8F-10D4-4816-91DA-932FB003B901}">
      <dgm:prSet/>
      <dgm:spPr/>
      <dgm:t>
        <a:bodyPr/>
        <a:lstStyle/>
        <a:p>
          <a:endParaRPr lang="en-US"/>
        </a:p>
      </dgm:t>
    </dgm:pt>
    <dgm:pt modelId="{3FD55FFB-5DFE-40AA-BE25-365BF0EA9D55}" type="pres">
      <dgm:prSet presAssocID="{3C317C73-3453-4D2C-A864-6CA3F26142D3}" presName="cycle" presStyleCnt="0">
        <dgm:presLayoutVars>
          <dgm:dir/>
          <dgm:resizeHandles val="exact"/>
        </dgm:presLayoutVars>
      </dgm:prSet>
      <dgm:spPr/>
    </dgm:pt>
    <dgm:pt modelId="{2D951934-6C3E-4185-8FE0-ABFAABBF9F83}" type="pres">
      <dgm:prSet presAssocID="{BA258276-28F5-407F-ACC1-1611BEFF6F92}" presName="dummy" presStyleCnt="0"/>
      <dgm:spPr/>
    </dgm:pt>
    <dgm:pt modelId="{E786DCAB-E6EE-4258-AC1B-684CE321DB14}" type="pres">
      <dgm:prSet presAssocID="{BA258276-28F5-407F-ACC1-1611BEFF6F92}" presName="node" presStyleLbl="revTx" presStyleIdx="0" presStyleCnt="4">
        <dgm:presLayoutVars>
          <dgm:bulletEnabled val="1"/>
        </dgm:presLayoutVars>
      </dgm:prSet>
      <dgm:spPr/>
    </dgm:pt>
    <dgm:pt modelId="{FEDC1F51-0D1B-4710-B888-BBFF76E27422}" type="pres">
      <dgm:prSet presAssocID="{6DD6E82F-90C1-4F90-9244-798B45CFD512}" presName="sibTrans" presStyleLbl="node1" presStyleIdx="0" presStyleCnt="4"/>
      <dgm:spPr/>
    </dgm:pt>
    <dgm:pt modelId="{E2562AF0-CCDF-4888-BF06-C14E7573CE99}" type="pres">
      <dgm:prSet presAssocID="{E7E3603A-21F0-45EC-8C9A-D08B5B63F20B}" presName="dummy" presStyleCnt="0"/>
      <dgm:spPr/>
    </dgm:pt>
    <dgm:pt modelId="{BCC879E1-489E-4743-A342-A3617CB616AC}" type="pres">
      <dgm:prSet presAssocID="{E7E3603A-21F0-45EC-8C9A-D08B5B63F20B}" presName="node" presStyleLbl="revTx" presStyleIdx="1" presStyleCnt="4">
        <dgm:presLayoutVars>
          <dgm:bulletEnabled val="1"/>
        </dgm:presLayoutVars>
      </dgm:prSet>
      <dgm:spPr/>
    </dgm:pt>
    <dgm:pt modelId="{9C07794F-7ABE-4CC0-8D6C-5E52B727F558}" type="pres">
      <dgm:prSet presAssocID="{1DF2219D-A885-4DD7-AEE3-8C77A7F85279}" presName="sibTrans" presStyleLbl="node1" presStyleIdx="1" presStyleCnt="4"/>
      <dgm:spPr/>
    </dgm:pt>
    <dgm:pt modelId="{B7F9B069-4AF1-4DF2-96E4-CD3E4F4E856A}" type="pres">
      <dgm:prSet presAssocID="{63032EA4-6867-4E80-BACE-6B18EA5A5D50}" presName="dummy" presStyleCnt="0"/>
      <dgm:spPr/>
    </dgm:pt>
    <dgm:pt modelId="{B8C7A58D-80A8-4077-B787-957632C52109}" type="pres">
      <dgm:prSet presAssocID="{63032EA4-6867-4E80-BACE-6B18EA5A5D50}" presName="node" presStyleLbl="revTx" presStyleIdx="2" presStyleCnt="4">
        <dgm:presLayoutVars>
          <dgm:bulletEnabled val="1"/>
        </dgm:presLayoutVars>
      </dgm:prSet>
      <dgm:spPr/>
    </dgm:pt>
    <dgm:pt modelId="{84E93A02-B7F7-47F8-B499-43D34A8BC356}" type="pres">
      <dgm:prSet presAssocID="{F3B3E2A4-47F4-40E5-BAAF-E31D84AF524E}" presName="sibTrans" presStyleLbl="node1" presStyleIdx="2" presStyleCnt="4"/>
      <dgm:spPr/>
    </dgm:pt>
    <dgm:pt modelId="{1505E25A-48A4-42AA-B2CA-6636A8D58B05}" type="pres">
      <dgm:prSet presAssocID="{85994B9C-9714-4DA5-B12A-C1871F3016DB}" presName="dummy" presStyleCnt="0"/>
      <dgm:spPr/>
    </dgm:pt>
    <dgm:pt modelId="{8D27B046-9736-455C-B25D-731D646C1F92}" type="pres">
      <dgm:prSet presAssocID="{85994B9C-9714-4DA5-B12A-C1871F3016DB}" presName="node" presStyleLbl="revTx" presStyleIdx="3" presStyleCnt="4">
        <dgm:presLayoutVars>
          <dgm:bulletEnabled val="1"/>
        </dgm:presLayoutVars>
      </dgm:prSet>
      <dgm:spPr/>
    </dgm:pt>
    <dgm:pt modelId="{D1C653F8-3387-4066-A13D-700E8E76145C}" type="pres">
      <dgm:prSet presAssocID="{D132E86A-FDB8-4B38-8ABA-59C80E8C5029}" presName="sibTrans" presStyleLbl="node1" presStyleIdx="3" presStyleCnt="4"/>
      <dgm:spPr/>
    </dgm:pt>
  </dgm:ptLst>
  <dgm:cxnLst>
    <dgm:cxn modelId="{32130E11-1CF2-4778-89FD-4B8EFA064648}" type="presOf" srcId="{63032EA4-6867-4E80-BACE-6B18EA5A5D50}" destId="{B8C7A58D-80A8-4077-B787-957632C52109}" srcOrd="0" destOrd="0" presId="urn:microsoft.com/office/officeart/2005/8/layout/cycle1"/>
    <dgm:cxn modelId="{0FE82C5B-896F-4A0A-B2D7-C8EC8C07D6D4}" type="presOf" srcId="{D132E86A-FDB8-4B38-8ABA-59C80E8C5029}" destId="{D1C653F8-3387-4066-A13D-700E8E76145C}" srcOrd="0" destOrd="0" presId="urn:microsoft.com/office/officeart/2005/8/layout/cycle1"/>
    <dgm:cxn modelId="{DDF18B6F-8196-4E77-A1C1-0745558739F6}" srcId="{3C317C73-3453-4D2C-A864-6CA3F26142D3}" destId="{E7E3603A-21F0-45EC-8C9A-D08B5B63F20B}" srcOrd="1" destOrd="0" parTransId="{3A45A3EA-E114-4B7A-926A-0D4E696EB808}" sibTransId="{1DF2219D-A885-4DD7-AEE3-8C77A7F85279}"/>
    <dgm:cxn modelId="{53509752-AD6B-4D38-8D0D-35454B96DF6B}" srcId="{3C317C73-3453-4D2C-A864-6CA3F26142D3}" destId="{BA258276-28F5-407F-ACC1-1611BEFF6F92}" srcOrd="0" destOrd="0" parTransId="{10010016-486B-41FD-A281-4A5B859F74EE}" sibTransId="{6DD6E82F-90C1-4F90-9244-798B45CFD512}"/>
    <dgm:cxn modelId="{5E353E7E-7261-4EF1-AE6D-953693FC95B5}" type="presOf" srcId="{E7E3603A-21F0-45EC-8C9A-D08B5B63F20B}" destId="{BCC879E1-489E-4743-A342-A3617CB616AC}" srcOrd="0" destOrd="0" presId="urn:microsoft.com/office/officeart/2005/8/layout/cycle1"/>
    <dgm:cxn modelId="{180FE389-CEF2-4F89-9EE5-142BC936AE91}" type="presOf" srcId="{85994B9C-9714-4DA5-B12A-C1871F3016DB}" destId="{8D27B046-9736-455C-B25D-731D646C1F92}" srcOrd="0" destOrd="0" presId="urn:microsoft.com/office/officeart/2005/8/layout/cycle1"/>
    <dgm:cxn modelId="{145FAB8F-10D4-4816-91DA-932FB003B901}" srcId="{3C317C73-3453-4D2C-A864-6CA3F26142D3}" destId="{85994B9C-9714-4DA5-B12A-C1871F3016DB}" srcOrd="3" destOrd="0" parTransId="{D55DF0B4-71C3-4D87-B4E1-F12D03C3DB27}" sibTransId="{D132E86A-FDB8-4B38-8ABA-59C80E8C5029}"/>
    <dgm:cxn modelId="{2970C095-A668-4AA8-B057-BB1A16D93484}" type="presOf" srcId="{3C317C73-3453-4D2C-A864-6CA3F26142D3}" destId="{3FD55FFB-5DFE-40AA-BE25-365BF0EA9D55}" srcOrd="0" destOrd="0" presId="urn:microsoft.com/office/officeart/2005/8/layout/cycle1"/>
    <dgm:cxn modelId="{BCAF29B9-F90A-440F-861A-B0EB6D7B3DAA}" srcId="{3C317C73-3453-4D2C-A864-6CA3F26142D3}" destId="{63032EA4-6867-4E80-BACE-6B18EA5A5D50}" srcOrd="2" destOrd="0" parTransId="{D497F111-B645-4152-A93D-BECF67897DD4}" sibTransId="{F3B3E2A4-47F4-40E5-BAAF-E31D84AF524E}"/>
    <dgm:cxn modelId="{06A006BC-0BA3-4B3D-B569-AFCE74C36ABD}" type="presOf" srcId="{1DF2219D-A885-4DD7-AEE3-8C77A7F85279}" destId="{9C07794F-7ABE-4CC0-8D6C-5E52B727F558}" srcOrd="0" destOrd="0" presId="urn:microsoft.com/office/officeart/2005/8/layout/cycle1"/>
    <dgm:cxn modelId="{8FD559CC-09C7-45D1-9434-3CFC2C175814}" type="presOf" srcId="{6DD6E82F-90C1-4F90-9244-798B45CFD512}" destId="{FEDC1F51-0D1B-4710-B888-BBFF76E27422}" srcOrd="0" destOrd="0" presId="urn:microsoft.com/office/officeart/2005/8/layout/cycle1"/>
    <dgm:cxn modelId="{36C651DD-233B-46CB-9DDC-04458546D5D3}" type="presOf" srcId="{BA258276-28F5-407F-ACC1-1611BEFF6F92}" destId="{E786DCAB-E6EE-4258-AC1B-684CE321DB14}" srcOrd="0" destOrd="0" presId="urn:microsoft.com/office/officeart/2005/8/layout/cycle1"/>
    <dgm:cxn modelId="{FAE141F3-6AFF-45F4-9BE3-B8F524A4AAD3}" type="presOf" srcId="{F3B3E2A4-47F4-40E5-BAAF-E31D84AF524E}" destId="{84E93A02-B7F7-47F8-B499-43D34A8BC356}" srcOrd="0" destOrd="0" presId="urn:microsoft.com/office/officeart/2005/8/layout/cycle1"/>
    <dgm:cxn modelId="{3D6D97BB-A707-4747-8FC9-000A5C989EBB}" type="presParOf" srcId="{3FD55FFB-5DFE-40AA-BE25-365BF0EA9D55}" destId="{2D951934-6C3E-4185-8FE0-ABFAABBF9F83}" srcOrd="0" destOrd="0" presId="urn:microsoft.com/office/officeart/2005/8/layout/cycle1"/>
    <dgm:cxn modelId="{BD85F84B-C379-4D79-8F2B-147B5DB9D114}" type="presParOf" srcId="{3FD55FFB-5DFE-40AA-BE25-365BF0EA9D55}" destId="{E786DCAB-E6EE-4258-AC1B-684CE321DB14}" srcOrd="1" destOrd="0" presId="urn:microsoft.com/office/officeart/2005/8/layout/cycle1"/>
    <dgm:cxn modelId="{6824A1A5-4AC2-444E-86C0-BD3F7B53A8D1}" type="presParOf" srcId="{3FD55FFB-5DFE-40AA-BE25-365BF0EA9D55}" destId="{FEDC1F51-0D1B-4710-B888-BBFF76E27422}" srcOrd="2" destOrd="0" presId="urn:microsoft.com/office/officeart/2005/8/layout/cycle1"/>
    <dgm:cxn modelId="{A59D9ABC-4A05-4471-A74B-333FE4CC4A08}" type="presParOf" srcId="{3FD55FFB-5DFE-40AA-BE25-365BF0EA9D55}" destId="{E2562AF0-CCDF-4888-BF06-C14E7573CE99}" srcOrd="3" destOrd="0" presId="urn:microsoft.com/office/officeart/2005/8/layout/cycle1"/>
    <dgm:cxn modelId="{40F945B9-BD00-4438-81F1-85F68A5D23D6}" type="presParOf" srcId="{3FD55FFB-5DFE-40AA-BE25-365BF0EA9D55}" destId="{BCC879E1-489E-4743-A342-A3617CB616AC}" srcOrd="4" destOrd="0" presId="urn:microsoft.com/office/officeart/2005/8/layout/cycle1"/>
    <dgm:cxn modelId="{31E5CADC-C6FD-4FE7-921B-3AA53C5B610F}" type="presParOf" srcId="{3FD55FFB-5DFE-40AA-BE25-365BF0EA9D55}" destId="{9C07794F-7ABE-4CC0-8D6C-5E52B727F558}" srcOrd="5" destOrd="0" presId="urn:microsoft.com/office/officeart/2005/8/layout/cycle1"/>
    <dgm:cxn modelId="{478C37A8-7729-4B55-BA5E-106476B18ED9}" type="presParOf" srcId="{3FD55FFB-5DFE-40AA-BE25-365BF0EA9D55}" destId="{B7F9B069-4AF1-4DF2-96E4-CD3E4F4E856A}" srcOrd="6" destOrd="0" presId="urn:microsoft.com/office/officeart/2005/8/layout/cycle1"/>
    <dgm:cxn modelId="{1E210DC3-6FD7-47F1-BC13-511E6077C848}" type="presParOf" srcId="{3FD55FFB-5DFE-40AA-BE25-365BF0EA9D55}" destId="{B8C7A58D-80A8-4077-B787-957632C52109}" srcOrd="7" destOrd="0" presId="urn:microsoft.com/office/officeart/2005/8/layout/cycle1"/>
    <dgm:cxn modelId="{EF9BB974-1956-43F0-8008-5F60481D131B}" type="presParOf" srcId="{3FD55FFB-5DFE-40AA-BE25-365BF0EA9D55}" destId="{84E93A02-B7F7-47F8-B499-43D34A8BC356}" srcOrd="8" destOrd="0" presId="urn:microsoft.com/office/officeart/2005/8/layout/cycle1"/>
    <dgm:cxn modelId="{762074CC-4E01-4F0D-B30C-32C0E42CD4C4}" type="presParOf" srcId="{3FD55FFB-5DFE-40AA-BE25-365BF0EA9D55}" destId="{1505E25A-48A4-42AA-B2CA-6636A8D58B05}" srcOrd="9" destOrd="0" presId="urn:microsoft.com/office/officeart/2005/8/layout/cycle1"/>
    <dgm:cxn modelId="{FCEDD260-8B60-45C2-84F1-0B752824706E}" type="presParOf" srcId="{3FD55FFB-5DFE-40AA-BE25-365BF0EA9D55}" destId="{8D27B046-9736-455C-B25D-731D646C1F92}" srcOrd="10" destOrd="0" presId="urn:microsoft.com/office/officeart/2005/8/layout/cycle1"/>
    <dgm:cxn modelId="{07820760-1E90-4F82-B970-F5E2B769BE4D}" type="presParOf" srcId="{3FD55FFB-5DFE-40AA-BE25-365BF0EA9D55}" destId="{D1C653F8-3387-4066-A13D-700E8E76145C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E4B818-137C-4D24-B85A-7A377CC0AE11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E2B8E16-B470-4094-BBB0-3A011063D342}">
      <dgm:prSet/>
      <dgm:spPr/>
      <dgm:t>
        <a:bodyPr/>
        <a:lstStyle/>
        <a:p>
          <a:r>
            <a:rPr lang="en-US"/>
            <a:t>User authentication</a:t>
          </a:r>
        </a:p>
      </dgm:t>
    </dgm:pt>
    <dgm:pt modelId="{A84866F6-6030-45DD-BBED-4F94CE54B5F2}" type="parTrans" cxnId="{581CFB81-3CA8-4540-9CFB-BC399CB28C67}">
      <dgm:prSet/>
      <dgm:spPr/>
      <dgm:t>
        <a:bodyPr/>
        <a:lstStyle/>
        <a:p>
          <a:endParaRPr lang="en-US"/>
        </a:p>
      </dgm:t>
    </dgm:pt>
    <dgm:pt modelId="{DDA0016B-1751-410C-9E5D-4C18C4E20BA9}" type="sibTrans" cxnId="{581CFB81-3CA8-4540-9CFB-BC399CB28C67}">
      <dgm:prSet/>
      <dgm:spPr/>
      <dgm:t>
        <a:bodyPr/>
        <a:lstStyle/>
        <a:p>
          <a:endParaRPr lang="en-US"/>
        </a:p>
      </dgm:t>
    </dgm:pt>
    <dgm:pt modelId="{8B318B72-7A9D-4262-AB39-6CABF7F2CF85}">
      <dgm:prSet/>
      <dgm:spPr/>
      <dgm:t>
        <a:bodyPr/>
        <a:lstStyle/>
        <a:p>
          <a:r>
            <a:rPr lang="en-US"/>
            <a:t>Post items with images</a:t>
          </a:r>
        </a:p>
      </dgm:t>
    </dgm:pt>
    <dgm:pt modelId="{45055E21-302D-4EF4-8584-E3949BA3EDDF}" type="parTrans" cxnId="{0F0224F9-68E1-48F5-B5BD-EF1E72D150FE}">
      <dgm:prSet/>
      <dgm:spPr/>
      <dgm:t>
        <a:bodyPr/>
        <a:lstStyle/>
        <a:p>
          <a:endParaRPr lang="en-US"/>
        </a:p>
      </dgm:t>
    </dgm:pt>
    <dgm:pt modelId="{6C8A5C52-014F-4B77-9CB2-0EC10B13C880}" type="sibTrans" cxnId="{0F0224F9-68E1-48F5-B5BD-EF1E72D150FE}">
      <dgm:prSet/>
      <dgm:spPr/>
      <dgm:t>
        <a:bodyPr/>
        <a:lstStyle/>
        <a:p>
          <a:endParaRPr lang="en-US"/>
        </a:p>
      </dgm:t>
    </dgm:pt>
    <dgm:pt modelId="{A677E346-3EA9-47D9-9667-F4753C7C97FC}">
      <dgm:prSet/>
      <dgm:spPr/>
      <dgm:t>
        <a:bodyPr/>
        <a:lstStyle/>
        <a:p>
          <a:r>
            <a:rPr lang="en-US"/>
            <a:t>Search/filter system</a:t>
          </a:r>
        </a:p>
      </dgm:t>
    </dgm:pt>
    <dgm:pt modelId="{1FCFAE67-6684-4A93-8617-601A19D1DC09}" type="parTrans" cxnId="{7DD58384-92C4-4DED-B33B-C2C5601D7D3B}">
      <dgm:prSet/>
      <dgm:spPr/>
      <dgm:t>
        <a:bodyPr/>
        <a:lstStyle/>
        <a:p>
          <a:endParaRPr lang="en-US"/>
        </a:p>
      </dgm:t>
    </dgm:pt>
    <dgm:pt modelId="{14C2C885-178A-4C13-AA70-A17558CEF3A0}" type="sibTrans" cxnId="{7DD58384-92C4-4DED-B33B-C2C5601D7D3B}">
      <dgm:prSet/>
      <dgm:spPr/>
      <dgm:t>
        <a:bodyPr/>
        <a:lstStyle/>
        <a:p>
          <a:endParaRPr lang="en-US"/>
        </a:p>
      </dgm:t>
    </dgm:pt>
    <dgm:pt modelId="{140819B9-ACD0-4AD1-96C6-B4811EFF2AC7}">
      <dgm:prSet/>
      <dgm:spPr/>
      <dgm:t>
        <a:bodyPr/>
        <a:lstStyle/>
        <a:p>
          <a:r>
            <a:rPr lang="en-US"/>
            <a:t>Location tagging</a:t>
          </a:r>
        </a:p>
      </dgm:t>
    </dgm:pt>
    <dgm:pt modelId="{A830AE89-2C53-427A-B8C4-A297010D0CA4}" type="parTrans" cxnId="{EEF76DAD-9B68-4559-89E6-D902FDCEDAB3}">
      <dgm:prSet/>
      <dgm:spPr/>
      <dgm:t>
        <a:bodyPr/>
        <a:lstStyle/>
        <a:p>
          <a:endParaRPr lang="en-US"/>
        </a:p>
      </dgm:t>
    </dgm:pt>
    <dgm:pt modelId="{D4D3BECC-0B78-4B48-9CE7-B43E9B4996B4}" type="sibTrans" cxnId="{EEF76DAD-9B68-4559-89E6-D902FDCEDAB3}">
      <dgm:prSet/>
      <dgm:spPr/>
      <dgm:t>
        <a:bodyPr/>
        <a:lstStyle/>
        <a:p>
          <a:endParaRPr lang="en-US"/>
        </a:p>
      </dgm:t>
    </dgm:pt>
    <dgm:pt modelId="{BA675728-5474-44B5-992C-7346E63E2C9C}">
      <dgm:prSet/>
      <dgm:spPr/>
      <dgm:t>
        <a:bodyPr/>
        <a:lstStyle/>
        <a:p>
          <a:r>
            <a:rPr lang="en-US"/>
            <a:t>Notifications</a:t>
          </a:r>
        </a:p>
      </dgm:t>
    </dgm:pt>
    <dgm:pt modelId="{4BCA4306-EE24-40C7-87B5-4DDCF79B0775}" type="parTrans" cxnId="{A8863086-0153-4904-A845-CDE3DC43AF8D}">
      <dgm:prSet/>
      <dgm:spPr/>
      <dgm:t>
        <a:bodyPr/>
        <a:lstStyle/>
        <a:p>
          <a:endParaRPr lang="en-US"/>
        </a:p>
      </dgm:t>
    </dgm:pt>
    <dgm:pt modelId="{C351CF7B-8878-476C-B63D-9F3532F3D3E9}" type="sibTrans" cxnId="{A8863086-0153-4904-A845-CDE3DC43AF8D}">
      <dgm:prSet/>
      <dgm:spPr/>
      <dgm:t>
        <a:bodyPr/>
        <a:lstStyle/>
        <a:p>
          <a:endParaRPr lang="en-US"/>
        </a:p>
      </dgm:t>
    </dgm:pt>
    <dgm:pt modelId="{8A82455F-2820-45ED-9E6D-D1DE57C7B67D}">
      <dgm:prSet/>
      <dgm:spPr/>
      <dgm:t>
        <a:bodyPr/>
        <a:lstStyle/>
        <a:p>
          <a:r>
            <a:rPr lang="en-US"/>
            <a:t>In-app chat</a:t>
          </a:r>
        </a:p>
      </dgm:t>
    </dgm:pt>
    <dgm:pt modelId="{DFFB77EC-D6D5-4F1F-8DF9-5B40B0EEB985}" type="parTrans" cxnId="{ED076146-C9EA-471D-AA4A-C8DD5EC5AFA3}">
      <dgm:prSet/>
      <dgm:spPr/>
      <dgm:t>
        <a:bodyPr/>
        <a:lstStyle/>
        <a:p>
          <a:endParaRPr lang="en-US"/>
        </a:p>
      </dgm:t>
    </dgm:pt>
    <dgm:pt modelId="{2CE18427-8E4C-4008-8764-D057AD6E0F48}" type="sibTrans" cxnId="{ED076146-C9EA-471D-AA4A-C8DD5EC5AFA3}">
      <dgm:prSet/>
      <dgm:spPr/>
      <dgm:t>
        <a:bodyPr/>
        <a:lstStyle/>
        <a:p>
          <a:endParaRPr lang="en-US"/>
        </a:p>
      </dgm:t>
    </dgm:pt>
    <dgm:pt modelId="{BFA719F5-ABA3-429C-9D1A-52027356ADC8}" type="pres">
      <dgm:prSet presAssocID="{FFE4B818-137C-4D24-B85A-7A377CC0AE11}" presName="vert0" presStyleCnt="0">
        <dgm:presLayoutVars>
          <dgm:dir/>
          <dgm:animOne val="branch"/>
          <dgm:animLvl val="lvl"/>
        </dgm:presLayoutVars>
      </dgm:prSet>
      <dgm:spPr/>
    </dgm:pt>
    <dgm:pt modelId="{2CC54F97-2A34-498D-947E-CAB8AA5962A4}" type="pres">
      <dgm:prSet presAssocID="{AE2B8E16-B470-4094-BBB0-3A011063D342}" presName="thickLine" presStyleLbl="alignNode1" presStyleIdx="0" presStyleCnt="6"/>
      <dgm:spPr/>
    </dgm:pt>
    <dgm:pt modelId="{816B7132-1FCF-4715-8550-9303ECAC2C2B}" type="pres">
      <dgm:prSet presAssocID="{AE2B8E16-B470-4094-BBB0-3A011063D342}" presName="horz1" presStyleCnt="0"/>
      <dgm:spPr/>
    </dgm:pt>
    <dgm:pt modelId="{59640AB5-6E56-4A4F-A04F-865869BB18DD}" type="pres">
      <dgm:prSet presAssocID="{AE2B8E16-B470-4094-BBB0-3A011063D342}" presName="tx1" presStyleLbl="revTx" presStyleIdx="0" presStyleCnt="6"/>
      <dgm:spPr/>
    </dgm:pt>
    <dgm:pt modelId="{8D01AFD3-645C-409C-B19D-0BD4740786B4}" type="pres">
      <dgm:prSet presAssocID="{AE2B8E16-B470-4094-BBB0-3A011063D342}" presName="vert1" presStyleCnt="0"/>
      <dgm:spPr/>
    </dgm:pt>
    <dgm:pt modelId="{41C9DD20-94E8-4AFE-9A29-EB1A9B21558D}" type="pres">
      <dgm:prSet presAssocID="{8B318B72-7A9D-4262-AB39-6CABF7F2CF85}" presName="thickLine" presStyleLbl="alignNode1" presStyleIdx="1" presStyleCnt="6"/>
      <dgm:spPr/>
    </dgm:pt>
    <dgm:pt modelId="{F01768BC-39AA-49EE-8C65-AD245D919A99}" type="pres">
      <dgm:prSet presAssocID="{8B318B72-7A9D-4262-AB39-6CABF7F2CF85}" presName="horz1" presStyleCnt="0"/>
      <dgm:spPr/>
    </dgm:pt>
    <dgm:pt modelId="{E529743B-BFB9-4F34-8985-A817AD5977C0}" type="pres">
      <dgm:prSet presAssocID="{8B318B72-7A9D-4262-AB39-6CABF7F2CF85}" presName="tx1" presStyleLbl="revTx" presStyleIdx="1" presStyleCnt="6"/>
      <dgm:spPr/>
    </dgm:pt>
    <dgm:pt modelId="{0A80BD15-F1F0-4817-8D08-2A8854613114}" type="pres">
      <dgm:prSet presAssocID="{8B318B72-7A9D-4262-AB39-6CABF7F2CF85}" presName="vert1" presStyleCnt="0"/>
      <dgm:spPr/>
    </dgm:pt>
    <dgm:pt modelId="{F9695492-AB4E-4A66-AA41-2D04F05D4B00}" type="pres">
      <dgm:prSet presAssocID="{A677E346-3EA9-47D9-9667-F4753C7C97FC}" presName="thickLine" presStyleLbl="alignNode1" presStyleIdx="2" presStyleCnt="6"/>
      <dgm:spPr/>
    </dgm:pt>
    <dgm:pt modelId="{33B87275-E98B-4D2A-AB65-12CDD97B8013}" type="pres">
      <dgm:prSet presAssocID="{A677E346-3EA9-47D9-9667-F4753C7C97FC}" presName="horz1" presStyleCnt="0"/>
      <dgm:spPr/>
    </dgm:pt>
    <dgm:pt modelId="{43CF8CB0-02A9-4154-8ACF-5086F1E34571}" type="pres">
      <dgm:prSet presAssocID="{A677E346-3EA9-47D9-9667-F4753C7C97FC}" presName="tx1" presStyleLbl="revTx" presStyleIdx="2" presStyleCnt="6"/>
      <dgm:spPr/>
    </dgm:pt>
    <dgm:pt modelId="{85DF3EE4-869C-4AD8-BE66-15ADB8DED76B}" type="pres">
      <dgm:prSet presAssocID="{A677E346-3EA9-47D9-9667-F4753C7C97FC}" presName="vert1" presStyleCnt="0"/>
      <dgm:spPr/>
    </dgm:pt>
    <dgm:pt modelId="{67AEBFFB-2765-40BD-9D1C-6704444C5BB8}" type="pres">
      <dgm:prSet presAssocID="{140819B9-ACD0-4AD1-96C6-B4811EFF2AC7}" presName="thickLine" presStyleLbl="alignNode1" presStyleIdx="3" presStyleCnt="6"/>
      <dgm:spPr/>
    </dgm:pt>
    <dgm:pt modelId="{55E6C43A-056C-4D86-96D3-4CA0F19C50FF}" type="pres">
      <dgm:prSet presAssocID="{140819B9-ACD0-4AD1-96C6-B4811EFF2AC7}" presName="horz1" presStyleCnt="0"/>
      <dgm:spPr/>
    </dgm:pt>
    <dgm:pt modelId="{B3764EE8-CB20-4210-A059-2A3D44A64BE0}" type="pres">
      <dgm:prSet presAssocID="{140819B9-ACD0-4AD1-96C6-B4811EFF2AC7}" presName="tx1" presStyleLbl="revTx" presStyleIdx="3" presStyleCnt="6"/>
      <dgm:spPr/>
    </dgm:pt>
    <dgm:pt modelId="{ED9F3178-6B1C-44A4-9B4A-FC1560F11224}" type="pres">
      <dgm:prSet presAssocID="{140819B9-ACD0-4AD1-96C6-B4811EFF2AC7}" presName="vert1" presStyleCnt="0"/>
      <dgm:spPr/>
    </dgm:pt>
    <dgm:pt modelId="{D271D9C4-EB51-4917-9190-B269D1F6D15F}" type="pres">
      <dgm:prSet presAssocID="{BA675728-5474-44B5-992C-7346E63E2C9C}" presName="thickLine" presStyleLbl="alignNode1" presStyleIdx="4" presStyleCnt="6"/>
      <dgm:spPr/>
    </dgm:pt>
    <dgm:pt modelId="{F5FC524A-4226-47FA-81A1-F4AD61EC6520}" type="pres">
      <dgm:prSet presAssocID="{BA675728-5474-44B5-992C-7346E63E2C9C}" presName="horz1" presStyleCnt="0"/>
      <dgm:spPr/>
    </dgm:pt>
    <dgm:pt modelId="{53D55500-6721-4184-912E-A1ED73B11E6F}" type="pres">
      <dgm:prSet presAssocID="{BA675728-5474-44B5-992C-7346E63E2C9C}" presName="tx1" presStyleLbl="revTx" presStyleIdx="4" presStyleCnt="6"/>
      <dgm:spPr/>
    </dgm:pt>
    <dgm:pt modelId="{E3E5B91B-BA5C-4A76-A530-7485191C0697}" type="pres">
      <dgm:prSet presAssocID="{BA675728-5474-44B5-992C-7346E63E2C9C}" presName="vert1" presStyleCnt="0"/>
      <dgm:spPr/>
    </dgm:pt>
    <dgm:pt modelId="{14912E86-876B-43B0-B995-161723E1C26A}" type="pres">
      <dgm:prSet presAssocID="{8A82455F-2820-45ED-9E6D-D1DE57C7B67D}" presName="thickLine" presStyleLbl="alignNode1" presStyleIdx="5" presStyleCnt="6"/>
      <dgm:spPr/>
    </dgm:pt>
    <dgm:pt modelId="{542FE552-6915-4AB5-9029-618819D0ED7E}" type="pres">
      <dgm:prSet presAssocID="{8A82455F-2820-45ED-9E6D-D1DE57C7B67D}" presName="horz1" presStyleCnt="0"/>
      <dgm:spPr/>
    </dgm:pt>
    <dgm:pt modelId="{BE7D8A49-87C1-4176-99B5-A009554CCCCD}" type="pres">
      <dgm:prSet presAssocID="{8A82455F-2820-45ED-9E6D-D1DE57C7B67D}" presName="tx1" presStyleLbl="revTx" presStyleIdx="5" presStyleCnt="6"/>
      <dgm:spPr/>
    </dgm:pt>
    <dgm:pt modelId="{39A5C985-9AB6-4F5B-96CE-6B4E4136DD85}" type="pres">
      <dgm:prSet presAssocID="{8A82455F-2820-45ED-9E6D-D1DE57C7B67D}" presName="vert1" presStyleCnt="0"/>
      <dgm:spPr/>
    </dgm:pt>
  </dgm:ptLst>
  <dgm:cxnLst>
    <dgm:cxn modelId="{0585393F-DC9E-4311-BE00-F4443C02D206}" type="presOf" srcId="{8A82455F-2820-45ED-9E6D-D1DE57C7B67D}" destId="{BE7D8A49-87C1-4176-99B5-A009554CCCCD}" srcOrd="0" destOrd="0" presId="urn:microsoft.com/office/officeart/2008/layout/LinedList"/>
    <dgm:cxn modelId="{94CC9E43-4202-46DF-AB02-BAC1D7FEEED7}" type="presOf" srcId="{8B318B72-7A9D-4262-AB39-6CABF7F2CF85}" destId="{E529743B-BFB9-4F34-8985-A817AD5977C0}" srcOrd="0" destOrd="0" presId="urn:microsoft.com/office/officeart/2008/layout/LinedList"/>
    <dgm:cxn modelId="{ED076146-C9EA-471D-AA4A-C8DD5EC5AFA3}" srcId="{FFE4B818-137C-4D24-B85A-7A377CC0AE11}" destId="{8A82455F-2820-45ED-9E6D-D1DE57C7B67D}" srcOrd="5" destOrd="0" parTransId="{DFFB77EC-D6D5-4F1F-8DF9-5B40B0EEB985}" sibTransId="{2CE18427-8E4C-4008-8764-D057AD6E0F48}"/>
    <dgm:cxn modelId="{581CFB81-3CA8-4540-9CFB-BC399CB28C67}" srcId="{FFE4B818-137C-4D24-B85A-7A377CC0AE11}" destId="{AE2B8E16-B470-4094-BBB0-3A011063D342}" srcOrd="0" destOrd="0" parTransId="{A84866F6-6030-45DD-BBED-4F94CE54B5F2}" sibTransId="{DDA0016B-1751-410C-9E5D-4C18C4E20BA9}"/>
    <dgm:cxn modelId="{7DD58384-92C4-4DED-B33B-C2C5601D7D3B}" srcId="{FFE4B818-137C-4D24-B85A-7A377CC0AE11}" destId="{A677E346-3EA9-47D9-9667-F4753C7C97FC}" srcOrd="2" destOrd="0" parTransId="{1FCFAE67-6684-4A93-8617-601A19D1DC09}" sibTransId="{14C2C885-178A-4C13-AA70-A17558CEF3A0}"/>
    <dgm:cxn modelId="{A8863086-0153-4904-A845-CDE3DC43AF8D}" srcId="{FFE4B818-137C-4D24-B85A-7A377CC0AE11}" destId="{BA675728-5474-44B5-992C-7346E63E2C9C}" srcOrd="4" destOrd="0" parTransId="{4BCA4306-EE24-40C7-87B5-4DDCF79B0775}" sibTransId="{C351CF7B-8878-476C-B63D-9F3532F3D3E9}"/>
    <dgm:cxn modelId="{2843858B-62ED-470B-A3AC-A3DE2F014AD9}" type="presOf" srcId="{FFE4B818-137C-4D24-B85A-7A377CC0AE11}" destId="{BFA719F5-ABA3-429C-9D1A-52027356ADC8}" srcOrd="0" destOrd="0" presId="urn:microsoft.com/office/officeart/2008/layout/LinedList"/>
    <dgm:cxn modelId="{CAC3ACAB-F47D-4B12-8033-FF1E00A43BA2}" type="presOf" srcId="{BA675728-5474-44B5-992C-7346E63E2C9C}" destId="{53D55500-6721-4184-912E-A1ED73B11E6F}" srcOrd="0" destOrd="0" presId="urn:microsoft.com/office/officeart/2008/layout/LinedList"/>
    <dgm:cxn modelId="{EEF76DAD-9B68-4559-89E6-D902FDCEDAB3}" srcId="{FFE4B818-137C-4D24-B85A-7A377CC0AE11}" destId="{140819B9-ACD0-4AD1-96C6-B4811EFF2AC7}" srcOrd="3" destOrd="0" parTransId="{A830AE89-2C53-427A-B8C4-A297010D0CA4}" sibTransId="{D4D3BECC-0B78-4B48-9CE7-B43E9B4996B4}"/>
    <dgm:cxn modelId="{7DC6DCAE-D3BD-4CAA-8F9A-4E5B8C93450A}" type="presOf" srcId="{140819B9-ACD0-4AD1-96C6-B4811EFF2AC7}" destId="{B3764EE8-CB20-4210-A059-2A3D44A64BE0}" srcOrd="0" destOrd="0" presId="urn:microsoft.com/office/officeart/2008/layout/LinedList"/>
    <dgm:cxn modelId="{BE73F6E2-C850-4F71-8414-6B0EE5E4F398}" type="presOf" srcId="{A677E346-3EA9-47D9-9667-F4753C7C97FC}" destId="{43CF8CB0-02A9-4154-8ACF-5086F1E34571}" srcOrd="0" destOrd="0" presId="urn:microsoft.com/office/officeart/2008/layout/LinedList"/>
    <dgm:cxn modelId="{FFC111F5-DE9F-4040-A1EA-7C55557077D3}" type="presOf" srcId="{AE2B8E16-B470-4094-BBB0-3A011063D342}" destId="{59640AB5-6E56-4A4F-A04F-865869BB18DD}" srcOrd="0" destOrd="0" presId="urn:microsoft.com/office/officeart/2008/layout/LinedList"/>
    <dgm:cxn modelId="{0F0224F9-68E1-48F5-B5BD-EF1E72D150FE}" srcId="{FFE4B818-137C-4D24-B85A-7A377CC0AE11}" destId="{8B318B72-7A9D-4262-AB39-6CABF7F2CF85}" srcOrd="1" destOrd="0" parTransId="{45055E21-302D-4EF4-8584-E3949BA3EDDF}" sibTransId="{6C8A5C52-014F-4B77-9CB2-0EC10B13C880}"/>
    <dgm:cxn modelId="{F3686D59-8BB7-4698-B9C1-3F58B54F7C08}" type="presParOf" srcId="{BFA719F5-ABA3-429C-9D1A-52027356ADC8}" destId="{2CC54F97-2A34-498D-947E-CAB8AA5962A4}" srcOrd="0" destOrd="0" presId="urn:microsoft.com/office/officeart/2008/layout/LinedList"/>
    <dgm:cxn modelId="{802A4F0A-EAEB-4BBC-A053-8329DD9C03F5}" type="presParOf" srcId="{BFA719F5-ABA3-429C-9D1A-52027356ADC8}" destId="{816B7132-1FCF-4715-8550-9303ECAC2C2B}" srcOrd="1" destOrd="0" presId="urn:microsoft.com/office/officeart/2008/layout/LinedList"/>
    <dgm:cxn modelId="{646D6021-63DA-4B72-90BE-AA036E60C7AE}" type="presParOf" srcId="{816B7132-1FCF-4715-8550-9303ECAC2C2B}" destId="{59640AB5-6E56-4A4F-A04F-865869BB18DD}" srcOrd="0" destOrd="0" presId="urn:microsoft.com/office/officeart/2008/layout/LinedList"/>
    <dgm:cxn modelId="{CEE4836B-5CF3-4B5A-A46C-55CAF51AE789}" type="presParOf" srcId="{816B7132-1FCF-4715-8550-9303ECAC2C2B}" destId="{8D01AFD3-645C-409C-B19D-0BD4740786B4}" srcOrd="1" destOrd="0" presId="urn:microsoft.com/office/officeart/2008/layout/LinedList"/>
    <dgm:cxn modelId="{758F4874-7D99-4455-89FB-857F7D0F9A20}" type="presParOf" srcId="{BFA719F5-ABA3-429C-9D1A-52027356ADC8}" destId="{41C9DD20-94E8-4AFE-9A29-EB1A9B21558D}" srcOrd="2" destOrd="0" presId="urn:microsoft.com/office/officeart/2008/layout/LinedList"/>
    <dgm:cxn modelId="{284297B0-EB85-4CCC-88EF-678CAD2428B0}" type="presParOf" srcId="{BFA719F5-ABA3-429C-9D1A-52027356ADC8}" destId="{F01768BC-39AA-49EE-8C65-AD245D919A99}" srcOrd="3" destOrd="0" presId="urn:microsoft.com/office/officeart/2008/layout/LinedList"/>
    <dgm:cxn modelId="{C1F714DE-9132-4A7C-9FB1-79BCC3DFCB98}" type="presParOf" srcId="{F01768BC-39AA-49EE-8C65-AD245D919A99}" destId="{E529743B-BFB9-4F34-8985-A817AD5977C0}" srcOrd="0" destOrd="0" presId="urn:microsoft.com/office/officeart/2008/layout/LinedList"/>
    <dgm:cxn modelId="{1DDD9EB0-5CF1-448C-A7C9-C42E10D40812}" type="presParOf" srcId="{F01768BC-39AA-49EE-8C65-AD245D919A99}" destId="{0A80BD15-F1F0-4817-8D08-2A8854613114}" srcOrd="1" destOrd="0" presId="urn:microsoft.com/office/officeart/2008/layout/LinedList"/>
    <dgm:cxn modelId="{B8DA7D3F-147A-4524-994E-8CC07E6FACE1}" type="presParOf" srcId="{BFA719F5-ABA3-429C-9D1A-52027356ADC8}" destId="{F9695492-AB4E-4A66-AA41-2D04F05D4B00}" srcOrd="4" destOrd="0" presId="urn:microsoft.com/office/officeart/2008/layout/LinedList"/>
    <dgm:cxn modelId="{065E082E-C5B0-4E98-A55F-282832C67E23}" type="presParOf" srcId="{BFA719F5-ABA3-429C-9D1A-52027356ADC8}" destId="{33B87275-E98B-4D2A-AB65-12CDD97B8013}" srcOrd="5" destOrd="0" presId="urn:microsoft.com/office/officeart/2008/layout/LinedList"/>
    <dgm:cxn modelId="{09A15D3B-B8BA-4821-BCDB-5799A5395CED}" type="presParOf" srcId="{33B87275-E98B-4D2A-AB65-12CDD97B8013}" destId="{43CF8CB0-02A9-4154-8ACF-5086F1E34571}" srcOrd="0" destOrd="0" presId="urn:microsoft.com/office/officeart/2008/layout/LinedList"/>
    <dgm:cxn modelId="{5BEA7398-7B20-436C-ACC4-BD26C8F5F4C1}" type="presParOf" srcId="{33B87275-E98B-4D2A-AB65-12CDD97B8013}" destId="{85DF3EE4-869C-4AD8-BE66-15ADB8DED76B}" srcOrd="1" destOrd="0" presId="urn:microsoft.com/office/officeart/2008/layout/LinedList"/>
    <dgm:cxn modelId="{17E73731-01F7-408A-A137-48D3639F84D1}" type="presParOf" srcId="{BFA719F5-ABA3-429C-9D1A-52027356ADC8}" destId="{67AEBFFB-2765-40BD-9D1C-6704444C5BB8}" srcOrd="6" destOrd="0" presId="urn:microsoft.com/office/officeart/2008/layout/LinedList"/>
    <dgm:cxn modelId="{2465FFB8-2431-4272-A373-20427FB9B716}" type="presParOf" srcId="{BFA719F5-ABA3-429C-9D1A-52027356ADC8}" destId="{55E6C43A-056C-4D86-96D3-4CA0F19C50FF}" srcOrd="7" destOrd="0" presId="urn:microsoft.com/office/officeart/2008/layout/LinedList"/>
    <dgm:cxn modelId="{53FCD8CB-1BEF-46BF-941A-6856F4E0E31C}" type="presParOf" srcId="{55E6C43A-056C-4D86-96D3-4CA0F19C50FF}" destId="{B3764EE8-CB20-4210-A059-2A3D44A64BE0}" srcOrd="0" destOrd="0" presId="urn:microsoft.com/office/officeart/2008/layout/LinedList"/>
    <dgm:cxn modelId="{B84AE37C-0F57-4F7C-8BB3-5D46C08682D2}" type="presParOf" srcId="{55E6C43A-056C-4D86-96D3-4CA0F19C50FF}" destId="{ED9F3178-6B1C-44A4-9B4A-FC1560F11224}" srcOrd="1" destOrd="0" presId="urn:microsoft.com/office/officeart/2008/layout/LinedList"/>
    <dgm:cxn modelId="{4669D9B6-37BF-40F4-9952-215EAC211483}" type="presParOf" srcId="{BFA719F5-ABA3-429C-9D1A-52027356ADC8}" destId="{D271D9C4-EB51-4917-9190-B269D1F6D15F}" srcOrd="8" destOrd="0" presId="urn:microsoft.com/office/officeart/2008/layout/LinedList"/>
    <dgm:cxn modelId="{8C2F2362-F55B-4DEC-8B64-329E91F0463B}" type="presParOf" srcId="{BFA719F5-ABA3-429C-9D1A-52027356ADC8}" destId="{F5FC524A-4226-47FA-81A1-F4AD61EC6520}" srcOrd="9" destOrd="0" presId="urn:microsoft.com/office/officeart/2008/layout/LinedList"/>
    <dgm:cxn modelId="{3CEBD611-F9E1-42DC-93E8-C864C6D47DA1}" type="presParOf" srcId="{F5FC524A-4226-47FA-81A1-F4AD61EC6520}" destId="{53D55500-6721-4184-912E-A1ED73B11E6F}" srcOrd="0" destOrd="0" presId="urn:microsoft.com/office/officeart/2008/layout/LinedList"/>
    <dgm:cxn modelId="{BB7B670F-E1AD-4AB7-875A-D1086A5B018B}" type="presParOf" srcId="{F5FC524A-4226-47FA-81A1-F4AD61EC6520}" destId="{E3E5B91B-BA5C-4A76-A530-7485191C0697}" srcOrd="1" destOrd="0" presId="urn:microsoft.com/office/officeart/2008/layout/LinedList"/>
    <dgm:cxn modelId="{BB143E67-9AC5-49EE-AE25-57BDC12E771E}" type="presParOf" srcId="{BFA719F5-ABA3-429C-9D1A-52027356ADC8}" destId="{14912E86-876B-43B0-B995-161723E1C26A}" srcOrd="10" destOrd="0" presId="urn:microsoft.com/office/officeart/2008/layout/LinedList"/>
    <dgm:cxn modelId="{C16641EC-AEA1-47E9-9ED7-3ECBEE18816B}" type="presParOf" srcId="{BFA719F5-ABA3-429C-9D1A-52027356ADC8}" destId="{542FE552-6915-4AB5-9029-618819D0ED7E}" srcOrd="11" destOrd="0" presId="urn:microsoft.com/office/officeart/2008/layout/LinedList"/>
    <dgm:cxn modelId="{650C83F1-180A-4D70-B2D4-ACED03A00157}" type="presParOf" srcId="{542FE552-6915-4AB5-9029-618819D0ED7E}" destId="{BE7D8A49-87C1-4176-99B5-A009554CCCCD}" srcOrd="0" destOrd="0" presId="urn:microsoft.com/office/officeart/2008/layout/LinedList"/>
    <dgm:cxn modelId="{916B0132-A5A4-4ED8-8153-DE5828D9CC58}" type="presParOf" srcId="{542FE552-6915-4AB5-9029-618819D0ED7E}" destId="{39A5C985-9AB6-4F5B-96CE-6B4E4136DD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BC6197-5A14-462D-A3AE-DB6146F74E5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7E13F81F-502E-4AE2-808C-2EF8D8098774}">
      <dgm:prSet/>
      <dgm:spPr/>
      <dgm:t>
        <a:bodyPr/>
        <a:lstStyle/>
        <a:p>
          <a:pPr>
            <a:defRPr cap="all"/>
          </a:pPr>
          <a:r>
            <a:rPr lang="en-US"/>
            <a:t>Functional prototype</a:t>
          </a:r>
        </a:p>
      </dgm:t>
    </dgm:pt>
    <dgm:pt modelId="{701D1CFE-F012-43DC-9DA7-81B38882E202}" type="parTrans" cxnId="{943C0B0B-A287-4440-B004-A152AF7E5E9F}">
      <dgm:prSet/>
      <dgm:spPr/>
      <dgm:t>
        <a:bodyPr/>
        <a:lstStyle/>
        <a:p>
          <a:endParaRPr lang="en-US"/>
        </a:p>
      </dgm:t>
    </dgm:pt>
    <dgm:pt modelId="{13C5D755-BBBD-43E6-A7D3-0F36C9F704E2}" type="sibTrans" cxnId="{943C0B0B-A287-4440-B004-A152AF7E5E9F}">
      <dgm:prSet/>
      <dgm:spPr/>
      <dgm:t>
        <a:bodyPr/>
        <a:lstStyle/>
        <a:p>
          <a:endParaRPr lang="en-US"/>
        </a:p>
      </dgm:t>
    </dgm:pt>
    <dgm:pt modelId="{5360607F-6B32-4286-AB63-71983D6C51D0}">
      <dgm:prSet/>
      <dgm:spPr/>
      <dgm:t>
        <a:bodyPr/>
        <a:lstStyle/>
        <a:p>
          <a:pPr>
            <a:defRPr cap="all"/>
          </a:pPr>
          <a:r>
            <a:rPr lang="en-US"/>
            <a:t>Faster recovery process</a:t>
          </a:r>
        </a:p>
      </dgm:t>
    </dgm:pt>
    <dgm:pt modelId="{D34BCF19-7EA5-49D0-9E4B-869DCB5AE1FF}" type="parTrans" cxnId="{72DE0B7B-BBFF-4483-BA99-88E8649D68FD}">
      <dgm:prSet/>
      <dgm:spPr/>
      <dgm:t>
        <a:bodyPr/>
        <a:lstStyle/>
        <a:p>
          <a:endParaRPr lang="en-US"/>
        </a:p>
      </dgm:t>
    </dgm:pt>
    <dgm:pt modelId="{C28F880C-168F-4839-AF4C-6944F6094915}" type="sibTrans" cxnId="{72DE0B7B-BBFF-4483-BA99-88E8649D68FD}">
      <dgm:prSet/>
      <dgm:spPr/>
      <dgm:t>
        <a:bodyPr/>
        <a:lstStyle/>
        <a:p>
          <a:endParaRPr lang="en-US"/>
        </a:p>
      </dgm:t>
    </dgm:pt>
    <dgm:pt modelId="{11FBAE51-1EA6-470D-BA29-8434F9EA1AA6}">
      <dgm:prSet/>
      <dgm:spPr/>
      <dgm:t>
        <a:bodyPr/>
        <a:lstStyle/>
        <a:p>
          <a:pPr>
            <a:defRPr cap="all"/>
          </a:pPr>
          <a:r>
            <a:rPr lang="en-US"/>
            <a:t>Improved communication</a:t>
          </a:r>
        </a:p>
      </dgm:t>
    </dgm:pt>
    <dgm:pt modelId="{31BEF06A-F778-45B8-8D77-4AED930D55EB}" type="parTrans" cxnId="{B4CD4C5C-8FD2-4383-B7C6-403B4BC21CF1}">
      <dgm:prSet/>
      <dgm:spPr/>
      <dgm:t>
        <a:bodyPr/>
        <a:lstStyle/>
        <a:p>
          <a:endParaRPr lang="en-US"/>
        </a:p>
      </dgm:t>
    </dgm:pt>
    <dgm:pt modelId="{8776312C-7EA4-4517-84C5-85CB1F36D293}" type="sibTrans" cxnId="{B4CD4C5C-8FD2-4383-B7C6-403B4BC21CF1}">
      <dgm:prSet/>
      <dgm:spPr/>
      <dgm:t>
        <a:bodyPr/>
        <a:lstStyle/>
        <a:p>
          <a:endParaRPr lang="en-US"/>
        </a:p>
      </dgm:t>
    </dgm:pt>
    <dgm:pt modelId="{5C2F3774-7002-4744-B60B-6E49BCE2723A}">
      <dgm:prSet/>
      <dgm:spPr/>
      <dgm:t>
        <a:bodyPr/>
        <a:lstStyle/>
        <a:p>
          <a:pPr>
            <a:defRPr cap="all"/>
          </a:pPr>
          <a:r>
            <a:rPr lang="en-US"/>
            <a:t>Scalable system</a:t>
          </a:r>
        </a:p>
      </dgm:t>
    </dgm:pt>
    <dgm:pt modelId="{6389D0F3-0342-48C1-96AB-CCE22343E0B9}" type="parTrans" cxnId="{9F388952-4FF9-47B4-814C-6226098018AF}">
      <dgm:prSet/>
      <dgm:spPr/>
      <dgm:t>
        <a:bodyPr/>
        <a:lstStyle/>
        <a:p>
          <a:endParaRPr lang="en-US"/>
        </a:p>
      </dgm:t>
    </dgm:pt>
    <dgm:pt modelId="{539A8CF1-79ED-4AF7-96ED-0F03BDB4113E}" type="sibTrans" cxnId="{9F388952-4FF9-47B4-814C-6226098018AF}">
      <dgm:prSet/>
      <dgm:spPr/>
      <dgm:t>
        <a:bodyPr/>
        <a:lstStyle/>
        <a:p>
          <a:endParaRPr lang="en-US"/>
        </a:p>
      </dgm:t>
    </dgm:pt>
    <dgm:pt modelId="{AB0FAE87-C2E3-4EAD-9855-75DC6B75DBBC}" type="pres">
      <dgm:prSet presAssocID="{C0BC6197-5A14-462D-A3AE-DB6146F74E56}" presName="root" presStyleCnt="0">
        <dgm:presLayoutVars>
          <dgm:dir/>
          <dgm:resizeHandles val="exact"/>
        </dgm:presLayoutVars>
      </dgm:prSet>
      <dgm:spPr/>
    </dgm:pt>
    <dgm:pt modelId="{A5546E0F-FC9C-49AE-8373-4F17F99ED875}" type="pres">
      <dgm:prSet presAssocID="{7E13F81F-502E-4AE2-808C-2EF8D8098774}" presName="compNode" presStyleCnt="0"/>
      <dgm:spPr/>
    </dgm:pt>
    <dgm:pt modelId="{26B6D9F1-FFE9-4D3D-83C8-44162DBF152E}" type="pres">
      <dgm:prSet presAssocID="{7E13F81F-502E-4AE2-808C-2EF8D809877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BC48985-FBF5-477D-8979-C726A38EF072}" type="pres">
      <dgm:prSet presAssocID="{7E13F81F-502E-4AE2-808C-2EF8D80987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B310440-7959-4767-B591-502FB91CE3D7}" type="pres">
      <dgm:prSet presAssocID="{7E13F81F-502E-4AE2-808C-2EF8D8098774}" presName="spaceRect" presStyleCnt="0"/>
      <dgm:spPr/>
    </dgm:pt>
    <dgm:pt modelId="{52D99750-4A45-41BC-9F10-54DC4E7CA524}" type="pres">
      <dgm:prSet presAssocID="{7E13F81F-502E-4AE2-808C-2EF8D8098774}" presName="textRect" presStyleLbl="revTx" presStyleIdx="0" presStyleCnt="4">
        <dgm:presLayoutVars>
          <dgm:chMax val="1"/>
          <dgm:chPref val="1"/>
        </dgm:presLayoutVars>
      </dgm:prSet>
      <dgm:spPr/>
    </dgm:pt>
    <dgm:pt modelId="{A28E481B-A95B-4CE8-B323-1FDF2CBFCB62}" type="pres">
      <dgm:prSet presAssocID="{13C5D755-BBBD-43E6-A7D3-0F36C9F704E2}" presName="sibTrans" presStyleCnt="0"/>
      <dgm:spPr/>
    </dgm:pt>
    <dgm:pt modelId="{441455D0-BB32-44FA-BBCC-39A45D816E50}" type="pres">
      <dgm:prSet presAssocID="{5360607F-6B32-4286-AB63-71983D6C51D0}" presName="compNode" presStyleCnt="0"/>
      <dgm:spPr/>
    </dgm:pt>
    <dgm:pt modelId="{6F776532-654C-417F-8CD3-BBDBCE63A7B5}" type="pres">
      <dgm:prSet presAssocID="{5360607F-6B32-4286-AB63-71983D6C51D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AD508F3-798D-424F-B37A-127E2E81E58F}" type="pres">
      <dgm:prSet presAssocID="{5360607F-6B32-4286-AB63-71983D6C51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F819106-BF3F-467C-91F2-C18868404571}" type="pres">
      <dgm:prSet presAssocID="{5360607F-6B32-4286-AB63-71983D6C51D0}" presName="spaceRect" presStyleCnt="0"/>
      <dgm:spPr/>
    </dgm:pt>
    <dgm:pt modelId="{D0A91645-D46C-4DDB-B2CC-98BAC97EC96A}" type="pres">
      <dgm:prSet presAssocID="{5360607F-6B32-4286-AB63-71983D6C51D0}" presName="textRect" presStyleLbl="revTx" presStyleIdx="1" presStyleCnt="4">
        <dgm:presLayoutVars>
          <dgm:chMax val="1"/>
          <dgm:chPref val="1"/>
        </dgm:presLayoutVars>
      </dgm:prSet>
      <dgm:spPr/>
    </dgm:pt>
    <dgm:pt modelId="{716CFB98-6444-4D3B-9D29-0FA83ABB2D25}" type="pres">
      <dgm:prSet presAssocID="{C28F880C-168F-4839-AF4C-6944F6094915}" presName="sibTrans" presStyleCnt="0"/>
      <dgm:spPr/>
    </dgm:pt>
    <dgm:pt modelId="{595DE2E1-4B9D-4690-9059-780A7BCBA870}" type="pres">
      <dgm:prSet presAssocID="{11FBAE51-1EA6-470D-BA29-8434F9EA1AA6}" presName="compNode" presStyleCnt="0"/>
      <dgm:spPr/>
    </dgm:pt>
    <dgm:pt modelId="{D682F4ED-4533-4577-B9C6-F9470F9E657E}" type="pres">
      <dgm:prSet presAssocID="{11FBAE51-1EA6-470D-BA29-8434F9EA1AA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0E3E059-02AE-4D47-8828-71D94216769A}" type="pres">
      <dgm:prSet presAssocID="{11FBAE51-1EA6-470D-BA29-8434F9EA1AA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F8BE7A8-4539-442E-856B-ED722B5BE36C}" type="pres">
      <dgm:prSet presAssocID="{11FBAE51-1EA6-470D-BA29-8434F9EA1AA6}" presName="spaceRect" presStyleCnt="0"/>
      <dgm:spPr/>
    </dgm:pt>
    <dgm:pt modelId="{9FE705E3-9589-4F1A-85D6-27261C378E9E}" type="pres">
      <dgm:prSet presAssocID="{11FBAE51-1EA6-470D-BA29-8434F9EA1AA6}" presName="textRect" presStyleLbl="revTx" presStyleIdx="2" presStyleCnt="4">
        <dgm:presLayoutVars>
          <dgm:chMax val="1"/>
          <dgm:chPref val="1"/>
        </dgm:presLayoutVars>
      </dgm:prSet>
      <dgm:spPr/>
    </dgm:pt>
    <dgm:pt modelId="{4F1D679A-BE0B-413D-9F90-D05D8D044CCB}" type="pres">
      <dgm:prSet presAssocID="{8776312C-7EA4-4517-84C5-85CB1F36D293}" presName="sibTrans" presStyleCnt="0"/>
      <dgm:spPr/>
    </dgm:pt>
    <dgm:pt modelId="{42369DC0-78FA-423A-8BBA-929537D824A5}" type="pres">
      <dgm:prSet presAssocID="{5C2F3774-7002-4744-B60B-6E49BCE2723A}" presName="compNode" presStyleCnt="0"/>
      <dgm:spPr/>
    </dgm:pt>
    <dgm:pt modelId="{41B9614F-C695-43F3-97D9-3C876D5EB6A1}" type="pres">
      <dgm:prSet presAssocID="{5C2F3774-7002-4744-B60B-6E49BCE2723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2BDA4FE-8CC7-47DE-B212-4DA1493EEEE4}" type="pres">
      <dgm:prSet presAssocID="{5C2F3774-7002-4744-B60B-6E49BCE272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9F981E8-4D5E-4A96-AA95-53734C9798BF}" type="pres">
      <dgm:prSet presAssocID="{5C2F3774-7002-4744-B60B-6E49BCE2723A}" presName="spaceRect" presStyleCnt="0"/>
      <dgm:spPr/>
    </dgm:pt>
    <dgm:pt modelId="{C1FD0686-9655-43E5-9EA3-624CF1659BBF}" type="pres">
      <dgm:prSet presAssocID="{5C2F3774-7002-4744-B60B-6E49BCE2723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43C0B0B-A287-4440-B004-A152AF7E5E9F}" srcId="{C0BC6197-5A14-462D-A3AE-DB6146F74E56}" destId="{7E13F81F-502E-4AE2-808C-2EF8D8098774}" srcOrd="0" destOrd="0" parTransId="{701D1CFE-F012-43DC-9DA7-81B38882E202}" sibTransId="{13C5D755-BBBD-43E6-A7D3-0F36C9F704E2}"/>
    <dgm:cxn modelId="{D21D3131-D660-4094-8B0F-530251B3B5E0}" type="presOf" srcId="{5360607F-6B32-4286-AB63-71983D6C51D0}" destId="{D0A91645-D46C-4DDB-B2CC-98BAC97EC96A}" srcOrd="0" destOrd="0" presId="urn:microsoft.com/office/officeart/2018/5/layout/IconLeafLabelList"/>
    <dgm:cxn modelId="{B62FA435-185C-4E8D-B5E8-F11B7E2952E5}" type="presOf" srcId="{C0BC6197-5A14-462D-A3AE-DB6146F74E56}" destId="{AB0FAE87-C2E3-4EAD-9855-75DC6B75DBBC}" srcOrd="0" destOrd="0" presId="urn:microsoft.com/office/officeart/2018/5/layout/IconLeafLabelList"/>
    <dgm:cxn modelId="{B4CD4C5C-8FD2-4383-B7C6-403B4BC21CF1}" srcId="{C0BC6197-5A14-462D-A3AE-DB6146F74E56}" destId="{11FBAE51-1EA6-470D-BA29-8434F9EA1AA6}" srcOrd="2" destOrd="0" parTransId="{31BEF06A-F778-45B8-8D77-4AED930D55EB}" sibTransId="{8776312C-7EA4-4517-84C5-85CB1F36D293}"/>
    <dgm:cxn modelId="{A2CB7552-82B4-47E2-857E-68CB81CE7065}" type="presOf" srcId="{11FBAE51-1EA6-470D-BA29-8434F9EA1AA6}" destId="{9FE705E3-9589-4F1A-85D6-27261C378E9E}" srcOrd="0" destOrd="0" presId="urn:microsoft.com/office/officeart/2018/5/layout/IconLeafLabelList"/>
    <dgm:cxn modelId="{9F388952-4FF9-47B4-814C-6226098018AF}" srcId="{C0BC6197-5A14-462D-A3AE-DB6146F74E56}" destId="{5C2F3774-7002-4744-B60B-6E49BCE2723A}" srcOrd="3" destOrd="0" parTransId="{6389D0F3-0342-48C1-96AB-CCE22343E0B9}" sibTransId="{539A8CF1-79ED-4AF7-96ED-0F03BDB4113E}"/>
    <dgm:cxn modelId="{53DBFF7A-D9AE-4F9A-AD86-5F2A801A3FCF}" type="presOf" srcId="{7E13F81F-502E-4AE2-808C-2EF8D8098774}" destId="{52D99750-4A45-41BC-9F10-54DC4E7CA524}" srcOrd="0" destOrd="0" presId="urn:microsoft.com/office/officeart/2018/5/layout/IconLeafLabelList"/>
    <dgm:cxn modelId="{72DE0B7B-BBFF-4483-BA99-88E8649D68FD}" srcId="{C0BC6197-5A14-462D-A3AE-DB6146F74E56}" destId="{5360607F-6B32-4286-AB63-71983D6C51D0}" srcOrd="1" destOrd="0" parTransId="{D34BCF19-7EA5-49D0-9E4B-869DCB5AE1FF}" sibTransId="{C28F880C-168F-4839-AF4C-6944F6094915}"/>
    <dgm:cxn modelId="{3CA72FD8-F1C4-4A28-85D8-8A40A431869E}" type="presOf" srcId="{5C2F3774-7002-4744-B60B-6E49BCE2723A}" destId="{C1FD0686-9655-43E5-9EA3-624CF1659BBF}" srcOrd="0" destOrd="0" presId="urn:microsoft.com/office/officeart/2018/5/layout/IconLeafLabelList"/>
    <dgm:cxn modelId="{96DDBCC1-7801-4809-B7FC-AF8C85DC2C7A}" type="presParOf" srcId="{AB0FAE87-C2E3-4EAD-9855-75DC6B75DBBC}" destId="{A5546E0F-FC9C-49AE-8373-4F17F99ED875}" srcOrd="0" destOrd="0" presId="urn:microsoft.com/office/officeart/2018/5/layout/IconLeafLabelList"/>
    <dgm:cxn modelId="{A820E8AD-27C0-466C-BDCC-6979803865A0}" type="presParOf" srcId="{A5546E0F-FC9C-49AE-8373-4F17F99ED875}" destId="{26B6D9F1-FFE9-4D3D-83C8-44162DBF152E}" srcOrd="0" destOrd="0" presId="urn:microsoft.com/office/officeart/2018/5/layout/IconLeafLabelList"/>
    <dgm:cxn modelId="{9E14253D-34AE-42F4-909E-2D06A874CD12}" type="presParOf" srcId="{A5546E0F-FC9C-49AE-8373-4F17F99ED875}" destId="{FBC48985-FBF5-477D-8979-C726A38EF072}" srcOrd="1" destOrd="0" presId="urn:microsoft.com/office/officeart/2018/5/layout/IconLeafLabelList"/>
    <dgm:cxn modelId="{F9303122-DA80-4651-BAF2-3B1C6389F312}" type="presParOf" srcId="{A5546E0F-FC9C-49AE-8373-4F17F99ED875}" destId="{8B310440-7959-4767-B591-502FB91CE3D7}" srcOrd="2" destOrd="0" presId="urn:microsoft.com/office/officeart/2018/5/layout/IconLeafLabelList"/>
    <dgm:cxn modelId="{E7B1BEFC-86F5-4E7F-917E-B8EF63CADB73}" type="presParOf" srcId="{A5546E0F-FC9C-49AE-8373-4F17F99ED875}" destId="{52D99750-4A45-41BC-9F10-54DC4E7CA524}" srcOrd="3" destOrd="0" presId="urn:microsoft.com/office/officeart/2018/5/layout/IconLeafLabelList"/>
    <dgm:cxn modelId="{070B10EA-2711-486E-9113-EE7100DD4099}" type="presParOf" srcId="{AB0FAE87-C2E3-4EAD-9855-75DC6B75DBBC}" destId="{A28E481B-A95B-4CE8-B323-1FDF2CBFCB62}" srcOrd="1" destOrd="0" presId="urn:microsoft.com/office/officeart/2018/5/layout/IconLeafLabelList"/>
    <dgm:cxn modelId="{D4DA529C-883D-48F1-B843-718525303A88}" type="presParOf" srcId="{AB0FAE87-C2E3-4EAD-9855-75DC6B75DBBC}" destId="{441455D0-BB32-44FA-BBCC-39A45D816E50}" srcOrd="2" destOrd="0" presId="urn:microsoft.com/office/officeart/2018/5/layout/IconLeafLabelList"/>
    <dgm:cxn modelId="{60811EBB-376B-48E9-9C2E-33C8337CD99D}" type="presParOf" srcId="{441455D0-BB32-44FA-BBCC-39A45D816E50}" destId="{6F776532-654C-417F-8CD3-BBDBCE63A7B5}" srcOrd="0" destOrd="0" presId="urn:microsoft.com/office/officeart/2018/5/layout/IconLeafLabelList"/>
    <dgm:cxn modelId="{DC71B65D-4716-422A-AF33-69C78EF2F073}" type="presParOf" srcId="{441455D0-BB32-44FA-BBCC-39A45D816E50}" destId="{DAD508F3-798D-424F-B37A-127E2E81E58F}" srcOrd="1" destOrd="0" presId="urn:microsoft.com/office/officeart/2018/5/layout/IconLeafLabelList"/>
    <dgm:cxn modelId="{557F44F6-CDFD-482C-9364-6A76790B7056}" type="presParOf" srcId="{441455D0-BB32-44FA-BBCC-39A45D816E50}" destId="{CF819106-BF3F-467C-91F2-C18868404571}" srcOrd="2" destOrd="0" presId="urn:microsoft.com/office/officeart/2018/5/layout/IconLeafLabelList"/>
    <dgm:cxn modelId="{20422107-8410-48BF-9D9D-1BDA96DABE65}" type="presParOf" srcId="{441455D0-BB32-44FA-BBCC-39A45D816E50}" destId="{D0A91645-D46C-4DDB-B2CC-98BAC97EC96A}" srcOrd="3" destOrd="0" presId="urn:microsoft.com/office/officeart/2018/5/layout/IconLeafLabelList"/>
    <dgm:cxn modelId="{A3EC6A5D-A53C-4BA7-AAD6-8BE581082B5B}" type="presParOf" srcId="{AB0FAE87-C2E3-4EAD-9855-75DC6B75DBBC}" destId="{716CFB98-6444-4D3B-9D29-0FA83ABB2D25}" srcOrd="3" destOrd="0" presId="urn:microsoft.com/office/officeart/2018/5/layout/IconLeafLabelList"/>
    <dgm:cxn modelId="{25C7D6A2-68CF-4180-90F8-E588568AF1ED}" type="presParOf" srcId="{AB0FAE87-C2E3-4EAD-9855-75DC6B75DBBC}" destId="{595DE2E1-4B9D-4690-9059-780A7BCBA870}" srcOrd="4" destOrd="0" presId="urn:microsoft.com/office/officeart/2018/5/layout/IconLeafLabelList"/>
    <dgm:cxn modelId="{D305BC73-1636-4628-A210-98CEEE0228A6}" type="presParOf" srcId="{595DE2E1-4B9D-4690-9059-780A7BCBA870}" destId="{D682F4ED-4533-4577-B9C6-F9470F9E657E}" srcOrd="0" destOrd="0" presId="urn:microsoft.com/office/officeart/2018/5/layout/IconLeafLabelList"/>
    <dgm:cxn modelId="{9E49CBE7-AA9B-44B2-A150-35DF555791DE}" type="presParOf" srcId="{595DE2E1-4B9D-4690-9059-780A7BCBA870}" destId="{30E3E059-02AE-4D47-8828-71D94216769A}" srcOrd="1" destOrd="0" presId="urn:microsoft.com/office/officeart/2018/5/layout/IconLeafLabelList"/>
    <dgm:cxn modelId="{43D245E6-DB6F-4B3C-A9F7-E6EAD0C1D77D}" type="presParOf" srcId="{595DE2E1-4B9D-4690-9059-780A7BCBA870}" destId="{AF8BE7A8-4539-442E-856B-ED722B5BE36C}" srcOrd="2" destOrd="0" presId="urn:microsoft.com/office/officeart/2018/5/layout/IconLeafLabelList"/>
    <dgm:cxn modelId="{53548A02-6554-4BE0-942D-735C0DE17444}" type="presParOf" srcId="{595DE2E1-4B9D-4690-9059-780A7BCBA870}" destId="{9FE705E3-9589-4F1A-85D6-27261C378E9E}" srcOrd="3" destOrd="0" presId="urn:microsoft.com/office/officeart/2018/5/layout/IconLeafLabelList"/>
    <dgm:cxn modelId="{411D3D96-4F73-4DB6-87F9-01B51D34B08A}" type="presParOf" srcId="{AB0FAE87-C2E3-4EAD-9855-75DC6B75DBBC}" destId="{4F1D679A-BE0B-413D-9F90-D05D8D044CCB}" srcOrd="5" destOrd="0" presId="urn:microsoft.com/office/officeart/2018/5/layout/IconLeafLabelList"/>
    <dgm:cxn modelId="{97B8111C-2D6E-4FA2-A0AF-463B01347B7B}" type="presParOf" srcId="{AB0FAE87-C2E3-4EAD-9855-75DC6B75DBBC}" destId="{42369DC0-78FA-423A-8BBA-929537D824A5}" srcOrd="6" destOrd="0" presId="urn:microsoft.com/office/officeart/2018/5/layout/IconLeafLabelList"/>
    <dgm:cxn modelId="{5DF2E59F-1610-4EF5-8B37-6BC602398F63}" type="presParOf" srcId="{42369DC0-78FA-423A-8BBA-929537D824A5}" destId="{41B9614F-C695-43F3-97D9-3C876D5EB6A1}" srcOrd="0" destOrd="0" presId="urn:microsoft.com/office/officeart/2018/5/layout/IconLeafLabelList"/>
    <dgm:cxn modelId="{C1974499-4EE7-4BB8-99B6-6FCAFBB52A25}" type="presParOf" srcId="{42369DC0-78FA-423A-8BBA-929537D824A5}" destId="{02BDA4FE-8CC7-47DE-B212-4DA1493EEEE4}" srcOrd="1" destOrd="0" presId="urn:microsoft.com/office/officeart/2018/5/layout/IconLeafLabelList"/>
    <dgm:cxn modelId="{00C410CB-8431-4DFD-BAE3-ACBEB20BCD05}" type="presParOf" srcId="{42369DC0-78FA-423A-8BBA-929537D824A5}" destId="{09F981E8-4D5E-4A96-AA95-53734C9798BF}" srcOrd="2" destOrd="0" presId="urn:microsoft.com/office/officeart/2018/5/layout/IconLeafLabelList"/>
    <dgm:cxn modelId="{57237F60-77ED-43A2-82F3-379697322C36}" type="presParOf" srcId="{42369DC0-78FA-423A-8BBA-929537D824A5}" destId="{C1FD0686-9655-43E5-9EA3-624CF1659BB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BB94F2-150C-4CD4-B7DC-317DC0D84F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73AC7BC-A327-42B0-B05A-AA55F54BD017}">
      <dgm:prSet/>
      <dgm:spPr/>
      <dgm:t>
        <a:bodyPr/>
        <a:lstStyle/>
        <a:p>
          <a:r>
            <a:rPr lang="en-US"/>
            <a:t>AI-based item matching</a:t>
          </a:r>
        </a:p>
      </dgm:t>
    </dgm:pt>
    <dgm:pt modelId="{F68BED26-5CA8-4FF1-B74F-77369BF9AE8F}" type="parTrans" cxnId="{9BFF52D1-FFCC-4209-A9D4-D600851F5575}">
      <dgm:prSet/>
      <dgm:spPr/>
      <dgm:t>
        <a:bodyPr/>
        <a:lstStyle/>
        <a:p>
          <a:endParaRPr lang="en-US"/>
        </a:p>
      </dgm:t>
    </dgm:pt>
    <dgm:pt modelId="{7DDCD1EC-B6AC-423E-825C-424A5E6A6D95}" type="sibTrans" cxnId="{9BFF52D1-FFCC-4209-A9D4-D600851F5575}">
      <dgm:prSet/>
      <dgm:spPr/>
      <dgm:t>
        <a:bodyPr/>
        <a:lstStyle/>
        <a:p>
          <a:endParaRPr lang="en-US"/>
        </a:p>
      </dgm:t>
    </dgm:pt>
    <dgm:pt modelId="{7B88DD58-1B2D-41BD-A50E-1859E216EEF0}">
      <dgm:prSet/>
      <dgm:spPr/>
      <dgm:t>
        <a:bodyPr/>
        <a:lstStyle/>
        <a:p>
          <a:r>
            <a:rPr lang="en-US"/>
            <a:t>Image recognition</a:t>
          </a:r>
        </a:p>
      </dgm:t>
    </dgm:pt>
    <dgm:pt modelId="{F9F72327-D54A-47CA-B224-A442510CEBF6}" type="parTrans" cxnId="{60930552-96B2-4A84-8C20-3488CC565AC3}">
      <dgm:prSet/>
      <dgm:spPr/>
      <dgm:t>
        <a:bodyPr/>
        <a:lstStyle/>
        <a:p>
          <a:endParaRPr lang="en-US"/>
        </a:p>
      </dgm:t>
    </dgm:pt>
    <dgm:pt modelId="{B3A0FB0A-CBC1-4643-8B95-75B8C7FC195C}" type="sibTrans" cxnId="{60930552-96B2-4A84-8C20-3488CC565AC3}">
      <dgm:prSet/>
      <dgm:spPr/>
      <dgm:t>
        <a:bodyPr/>
        <a:lstStyle/>
        <a:p>
          <a:endParaRPr lang="en-US"/>
        </a:p>
      </dgm:t>
    </dgm:pt>
    <dgm:pt modelId="{CD799EF5-C489-4002-9E9B-B3FC3A0139F8}">
      <dgm:prSet/>
      <dgm:spPr/>
      <dgm:t>
        <a:bodyPr/>
        <a:lstStyle/>
        <a:p>
          <a:r>
            <a:rPr lang="en-US"/>
            <a:t>Cross-platform development</a:t>
          </a:r>
        </a:p>
      </dgm:t>
    </dgm:pt>
    <dgm:pt modelId="{B1A95480-69D8-4AB1-9CEA-12D86FC58411}" type="parTrans" cxnId="{08FD438F-C0E9-4E4D-8C23-FA3E86D7F97C}">
      <dgm:prSet/>
      <dgm:spPr/>
      <dgm:t>
        <a:bodyPr/>
        <a:lstStyle/>
        <a:p>
          <a:endParaRPr lang="en-US"/>
        </a:p>
      </dgm:t>
    </dgm:pt>
    <dgm:pt modelId="{93B9E92A-FC62-4439-9CD9-4D34F9086EB6}" type="sibTrans" cxnId="{08FD438F-C0E9-4E4D-8C23-FA3E86D7F97C}">
      <dgm:prSet/>
      <dgm:spPr/>
      <dgm:t>
        <a:bodyPr/>
        <a:lstStyle/>
        <a:p>
          <a:endParaRPr lang="en-US"/>
        </a:p>
      </dgm:t>
    </dgm:pt>
    <dgm:pt modelId="{80022B9F-8587-4BC1-B5C9-071B8D7619C7}">
      <dgm:prSet/>
      <dgm:spPr/>
      <dgm:t>
        <a:bodyPr/>
        <a:lstStyle/>
        <a:p>
          <a:r>
            <a:rPr lang="en-US"/>
            <a:t>Integration with university systems</a:t>
          </a:r>
        </a:p>
      </dgm:t>
    </dgm:pt>
    <dgm:pt modelId="{AE3A8B25-F00F-4E6C-B736-E97C1392432C}" type="parTrans" cxnId="{786E89D0-6A2A-49BD-A9B5-C3E50694D1C9}">
      <dgm:prSet/>
      <dgm:spPr/>
      <dgm:t>
        <a:bodyPr/>
        <a:lstStyle/>
        <a:p>
          <a:endParaRPr lang="en-US"/>
        </a:p>
      </dgm:t>
    </dgm:pt>
    <dgm:pt modelId="{26D7B80B-C5B5-41E3-9D2F-E001EE27EDEF}" type="sibTrans" cxnId="{786E89D0-6A2A-49BD-A9B5-C3E50694D1C9}">
      <dgm:prSet/>
      <dgm:spPr/>
      <dgm:t>
        <a:bodyPr/>
        <a:lstStyle/>
        <a:p>
          <a:endParaRPr lang="en-US"/>
        </a:p>
      </dgm:t>
    </dgm:pt>
    <dgm:pt modelId="{5DC9A5BD-A530-4717-A783-81EE344FD2AF}" type="pres">
      <dgm:prSet presAssocID="{7DBB94F2-150C-4CD4-B7DC-317DC0D84FCE}" presName="root" presStyleCnt="0">
        <dgm:presLayoutVars>
          <dgm:dir/>
          <dgm:resizeHandles val="exact"/>
        </dgm:presLayoutVars>
      </dgm:prSet>
      <dgm:spPr/>
    </dgm:pt>
    <dgm:pt modelId="{15895509-E1C6-477A-897F-438275D669D4}" type="pres">
      <dgm:prSet presAssocID="{873AC7BC-A327-42B0-B05A-AA55F54BD017}" presName="compNode" presStyleCnt="0"/>
      <dgm:spPr/>
    </dgm:pt>
    <dgm:pt modelId="{FD6A100D-69CD-43E9-8878-53FFBDD6E637}" type="pres">
      <dgm:prSet presAssocID="{873AC7BC-A327-42B0-B05A-AA55F54BD017}" presName="bgRect" presStyleLbl="bgShp" presStyleIdx="0" presStyleCnt="4"/>
      <dgm:spPr/>
    </dgm:pt>
    <dgm:pt modelId="{35EDDA24-40A2-495A-8C72-B3F6C32DE6BA}" type="pres">
      <dgm:prSet presAssocID="{873AC7BC-A327-42B0-B05A-AA55F54BD0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35D3D2-A6E1-4601-980A-DD3BFCEEC151}" type="pres">
      <dgm:prSet presAssocID="{873AC7BC-A327-42B0-B05A-AA55F54BD017}" presName="spaceRect" presStyleCnt="0"/>
      <dgm:spPr/>
    </dgm:pt>
    <dgm:pt modelId="{92BAA610-8546-4283-AF9B-2A63E0DCFE03}" type="pres">
      <dgm:prSet presAssocID="{873AC7BC-A327-42B0-B05A-AA55F54BD017}" presName="parTx" presStyleLbl="revTx" presStyleIdx="0" presStyleCnt="4">
        <dgm:presLayoutVars>
          <dgm:chMax val="0"/>
          <dgm:chPref val="0"/>
        </dgm:presLayoutVars>
      </dgm:prSet>
      <dgm:spPr/>
    </dgm:pt>
    <dgm:pt modelId="{A00C0F6C-A6DE-4722-BD7D-6662F6CD8ECF}" type="pres">
      <dgm:prSet presAssocID="{7DDCD1EC-B6AC-423E-825C-424A5E6A6D95}" presName="sibTrans" presStyleCnt="0"/>
      <dgm:spPr/>
    </dgm:pt>
    <dgm:pt modelId="{8D75D02C-EDDD-4B2D-8177-2E7373DFAAB0}" type="pres">
      <dgm:prSet presAssocID="{7B88DD58-1B2D-41BD-A50E-1859E216EEF0}" presName="compNode" presStyleCnt="0"/>
      <dgm:spPr/>
    </dgm:pt>
    <dgm:pt modelId="{55A27E77-B609-4873-8CAB-4787E11F536B}" type="pres">
      <dgm:prSet presAssocID="{7B88DD58-1B2D-41BD-A50E-1859E216EEF0}" presName="bgRect" presStyleLbl="bgShp" presStyleIdx="1" presStyleCnt="4"/>
      <dgm:spPr/>
    </dgm:pt>
    <dgm:pt modelId="{404432C9-B0B8-402F-B211-C7E2F4E2DD67}" type="pres">
      <dgm:prSet presAssocID="{7B88DD58-1B2D-41BD-A50E-1859E216EE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1DE7131-E54D-49DF-9B5B-126E17785409}" type="pres">
      <dgm:prSet presAssocID="{7B88DD58-1B2D-41BD-A50E-1859E216EEF0}" presName="spaceRect" presStyleCnt="0"/>
      <dgm:spPr/>
    </dgm:pt>
    <dgm:pt modelId="{826FCEA6-24D1-4605-834D-D1602CA6E3E3}" type="pres">
      <dgm:prSet presAssocID="{7B88DD58-1B2D-41BD-A50E-1859E216EEF0}" presName="parTx" presStyleLbl="revTx" presStyleIdx="1" presStyleCnt="4">
        <dgm:presLayoutVars>
          <dgm:chMax val="0"/>
          <dgm:chPref val="0"/>
        </dgm:presLayoutVars>
      </dgm:prSet>
      <dgm:spPr/>
    </dgm:pt>
    <dgm:pt modelId="{F84BC2C5-A0E8-4C12-B890-6510214CB581}" type="pres">
      <dgm:prSet presAssocID="{B3A0FB0A-CBC1-4643-8B95-75B8C7FC195C}" presName="sibTrans" presStyleCnt="0"/>
      <dgm:spPr/>
    </dgm:pt>
    <dgm:pt modelId="{D7CA3B1C-26A0-4360-B119-09CEF51970ED}" type="pres">
      <dgm:prSet presAssocID="{CD799EF5-C489-4002-9E9B-B3FC3A0139F8}" presName="compNode" presStyleCnt="0"/>
      <dgm:spPr/>
    </dgm:pt>
    <dgm:pt modelId="{D47AA508-6A5B-484C-9D5F-638D1E61C55C}" type="pres">
      <dgm:prSet presAssocID="{CD799EF5-C489-4002-9E9B-B3FC3A0139F8}" presName="bgRect" presStyleLbl="bgShp" presStyleIdx="2" presStyleCnt="4"/>
      <dgm:spPr/>
    </dgm:pt>
    <dgm:pt modelId="{D8CCC8F4-EE30-4C9F-A8A1-531D553B0210}" type="pres">
      <dgm:prSet presAssocID="{CD799EF5-C489-4002-9E9B-B3FC3A0139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E33E8DF6-C785-4C69-9B96-B4DB40CF2D32}" type="pres">
      <dgm:prSet presAssocID="{CD799EF5-C489-4002-9E9B-B3FC3A0139F8}" presName="spaceRect" presStyleCnt="0"/>
      <dgm:spPr/>
    </dgm:pt>
    <dgm:pt modelId="{4D8559B6-4293-4946-A8FC-9A240E153E29}" type="pres">
      <dgm:prSet presAssocID="{CD799EF5-C489-4002-9E9B-B3FC3A0139F8}" presName="parTx" presStyleLbl="revTx" presStyleIdx="2" presStyleCnt="4">
        <dgm:presLayoutVars>
          <dgm:chMax val="0"/>
          <dgm:chPref val="0"/>
        </dgm:presLayoutVars>
      </dgm:prSet>
      <dgm:spPr/>
    </dgm:pt>
    <dgm:pt modelId="{1A2857AF-C397-4AC4-B77D-C01A1A1D71FF}" type="pres">
      <dgm:prSet presAssocID="{93B9E92A-FC62-4439-9CD9-4D34F9086EB6}" presName="sibTrans" presStyleCnt="0"/>
      <dgm:spPr/>
    </dgm:pt>
    <dgm:pt modelId="{5C7F329E-FCA3-4BC3-A97A-F48BD8BEAAA5}" type="pres">
      <dgm:prSet presAssocID="{80022B9F-8587-4BC1-B5C9-071B8D7619C7}" presName="compNode" presStyleCnt="0"/>
      <dgm:spPr/>
    </dgm:pt>
    <dgm:pt modelId="{FBAB6493-273C-4BF4-A98F-564EA6B642F5}" type="pres">
      <dgm:prSet presAssocID="{80022B9F-8587-4BC1-B5C9-071B8D7619C7}" presName="bgRect" presStyleLbl="bgShp" presStyleIdx="3" presStyleCnt="4"/>
      <dgm:spPr/>
    </dgm:pt>
    <dgm:pt modelId="{8E6F0E6D-DA02-4A1F-9A59-216AD1093DF6}" type="pres">
      <dgm:prSet presAssocID="{80022B9F-8587-4BC1-B5C9-071B8D7619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75C3FA5-77B0-4A00-84DB-79E08E9AF3D1}" type="pres">
      <dgm:prSet presAssocID="{80022B9F-8587-4BC1-B5C9-071B8D7619C7}" presName="spaceRect" presStyleCnt="0"/>
      <dgm:spPr/>
    </dgm:pt>
    <dgm:pt modelId="{29093DF6-9B1D-457E-B41B-0AB8EB50F640}" type="pres">
      <dgm:prSet presAssocID="{80022B9F-8587-4BC1-B5C9-071B8D7619C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E33E18-0D5A-4059-89BF-1BBD32BEA863}" type="presOf" srcId="{873AC7BC-A327-42B0-B05A-AA55F54BD017}" destId="{92BAA610-8546-4283-AF9B-2A63E0DCFE03}" srcOrd="0" destOrd="0" presId="urn:microsoft.com/office/officeart/2018/2/layout/IconVerticalSolidList"/>
    <dgm:cxn modelId="{06838542-0068-4E5F-8899-508F6D10788E}" type="presOf" srcId="{CD799EF5-C489-4002-9E9B-B3FC3A0139F8}" destId="{4D8559B6-4293-4946-A8FC-9A240E153E29}" srcOrd="0" destOrd="0" presId="urn:microsoft.com/office/officeart/2018/2/layout/IconVerticalSolidList"/>
    <dgm:cxn modelId="{60930552-96B2-4A84-8C20-3488CC565AC3}" srcId="{7DBB94F2-150C-4CD4-B7DC-317DC0D84FCE}" destId="{7B88DD58-1B2D-41BD-A50E-1859E216EEF0}" srcOrd="1" destOrd="0" parTransId="{F9F72327-D54A-47CA-B224-A442510CEBF6}" sibTransId="{B3A0FB0A-CBC1-4643-8B95-75B8C7FC195C}"/>
    <dgm:cxn modelId="{DCB3F187-D18D-434B-99AD-0549F4419ADA}" type="presOf" srcId="{80022B9F-8587-4BC1-B5C9-071B8D7619C7}" destId="{29093DF6-9B1D-457E-B41B-0AB8EB50F640}" srcOrd="0" destOrd="0" presId="urn:microsoft.com/office/officeart/2018/2/layout/IconVerticalSolidList"/>
    <dgm:cxn modelId="{19C3AC8C-6959-4933-9BB7-DE09F69CD38C}" type="presOf" srcId="{7B88DD58-1B2D-41BD-A50E-1859E216EEF0}" destId="{826FCEA6-24D1-4605-834D-D1602CA6E3E3}" srcOrd="0" destOrd="0" presId="urn:microsoft.com/office/officeart/2018/2/layout/IconVerticalSolidList"/>
    <dgm:cxn modelId="{08FD438F-C0E9-4E4D-8C23-FA3E86D7F97C}" srcId="{7DBB94F2-150C-4CD4-B7DC-317DC0D84FCE}" destId="{CD799EF5-C489-4002-9E9B-B3FC3A0139F8}" srcOrd="2" destOrd="0" parTransId="{B1A95480-69D8-4AB1-9CEA-12D86FC58411}" sibTransId="{93B9E92A-FC62-4439-9CD9-4D34F9086EB6}"/>
    <dgm:cxn modelId="{E9F7ADC3-17AE-4D1A-886C-C7B4FEDA66EE}" type="presOf" srcId="{7DBB94F2-150C-4CD4-B7DC-317DC0D84FCE}" destId="{5DC9A5BD-A530-4717-A783-81EE344FD2AF}" srcOrd="0" destOrd="0" presId="urn:microsoft.com/office/officeart/2018/2/layout/IconVerticalSolidList"/>
    <dgm:cxn modelId="{786E89D0-6A2A-49BD-A9B5-C3E50694D1C9}" srcId="{7DBB94F2-150C-4CD4-B7DC-317DC0D84FCE}" destId="{80022B9F-8587-4BC1-B5C9-071B8D7619C7}" srcOrd="3" destOrd="0" parTransId="{AE3A8B25-F00F-4E6C-B736-E97C1392432C}" sibTransId="{26D7B80B-C5B5-41E3-9D2F-E001EE27EDEF}"/>
    <dgm:cxn modelId="{9BFF52D1-FFCC-4209-A9D4-D600851F5575}" srcId="{7DBB94F2-150C-4CD4-B7DC-317DC0D84FCE}" destId="{873AC7BC-A327-42B0-B05A-AA55F54BD017}" srcOrd="0" destOrd="0" parTransId="{F68BED26-5CA8-4FF1-B74F-77369BF9AE8F}" sibTransId="{7DDCD1EC-B6AC-423E-825C-424A5E6A6D95}"/>
    <dgm:cxn modelId="{42BBEB6C-7E1D-4D96-A8FD-36357C8237BB}" type="presParOf" srcId="{5DC9A5BD-A530-4717-A783-81EE344FD2AF}" destId="{15895509-E1C6-477A-897F-438275D669D4}" srcOrd="0" destOrd="0" presId="urn:microsoft.com/office/officeart/2018/2/layout/IconVerticalSolidList"/>
    <dgm:cxn modelId="{04122780-C0D8-4C73-9532-06E7188AEE9B}" type="presParOf" srcId="{15895509-E1C6-477A-897F-438275D669D4}" destId="{FD6A100D-69CD-43E9-8878-53FFBDD6E637}" srcOrd="0" destOrd="0" presId="urn:microsoft.com/office/officeart/2018/2/layout/IconVerticalSolidList"/>
    <dgm:cxn modelId="{2A8E52E8-783F-46FE-8677-CB06466A223E}" type="presParOf" srcId="{15895509-E1C6-477A-897F-438275D669D4}" destId="{35EDDA24-40A2-495A-8C72-B3F6C32DE6BA}" srcOrd="1" destOrd="0" presId="urn:microsoft.com/office/officeart/2018/2/layout/IconVerticalSolidList"/>
    <dgm:cxn modelId="{52D7560C-50D5-4A2D-92BA-BC5051F92CFF}" type="presParOf" srcId="{15895509-E1C6-477A-897F-438275D669D4}" destId="{5035D3D2-A6E1-4601-980A-DD3BFCEEC151}" srcOrd="2" destOrd="0" presId="urn:microsoft.com/office/officeart/2018/2/layout/IconVerticalSolidList"/>
    <dgm:cxn modelId="{26D5F8B5-CD33-4B2F-9F2E-E8BE306B62B9}" type="presParOf" srcId="{15895509-E1C6-477A-897F-438275D669D4}" destId="{92BAA610-8546-4283-AF9B-2A63E0DCFE03}" srcOrd="3" destOrd="0" presId="urn:microsoft.com/office/officeart/2018/2/layout/IconVerticalSolidList"/>
    <dgm:cxn modelId="{295C8E60-FA3F-4F07-A4FF-77732C8FFC09}" type="presParOf" srcId="{5DC9A5BD-A530-4717-A783-81EE344FD2AF}" destId="{A00C0F6C-A6DE-4722-BD7D-6662F6CD8ECF}" srcOrd="1" destOrd="0" presId="urn:microsoft.com/office/officeart/2018/2/layout/IconVerticalSolidList"/>
    <dgm:cxn modelId="{B263B4FB-64AB-4B21-AEE8-4DFFCCF71839}" type="presParOf" srcId="{5DC9A5BD-A530-4717-A783-81EE344FD2AF}" destId="{8D75D02C-EDDD-4B2D-8177-2E7373DFAAB0}" srcOrd="2" destOrd="0" presId="urn:microsoft.com/office/officeart/2018/2/layout/IconVerticalSolidList"/>
    <dgm:cxn modelId="{5468D429-A685-4A2B-8AC5-CB0CEAE65ED2}" type="presParOf" srcId="{8D75D02C-EDDD-4B2D-8177-2E7373DFAAB0}" destId="{55A27E77-B609-4873-8CAB-4787E11F536B}" srcOrd="0" destOrd="0" presId="urn:microsoft.com/office/officeart/2018/2/layout/IconVerticalSolidList"/>
    <dgm:cxn modelId="{3E9442B9-CCA1-4472-A308-58D445FE0BAF}" type="presParOf" srcId="{8D75D02C-EDDD-4B2D-8177-2E7373DFAAB0}" destId="{404432C9-B0B8-402F-B211-C7E2F4E2DD67}" srcOrd="1" destOrd="0" presId="urn:microsoft.com/office/officeart/2018/2/layout/IconVerticalSolidList"/>
    <dgm:cxn modelId="{CDD2A813-37C3-438D-90C3-E1DA2FC256A7}" type="presParOf" srcId="{8D75D02C-EDDD-4B2D-8177-2E7373DFAAB0}" destId="{31DE7131-E54D-49DF-9B5B-126E17785409}" srcOrd="2" destOrd="0" presId="urn:microsoft.com/office/officeart/2018/2/layout/IconVerticalSolidList"/>
    <dgm:cxn modelId="{FC6ACC42-E690-4628-9CFB-931A03B9E3E3}" type="presParOf" srcId="{8D75D02C-EDDD-4B2D-8177-2E7373DFAAB0}" destId="{826FCEA6-24D1-4605-834D-D1602CA6E3E3}" srcOrd="3" destOrd="0" presId="urn:microsoft.com/office/officeart/2018/2/layout/IconVerticalSolidList"/>
    <dgm:cxn modelId="{013709BE-3EEC-41E7-A2D3-A0D4A0C0873E}" type="presParOf" srcId="{5DC9A5BD-A530-4717-A783-81EE344FD2AF}" destId="{F84BC2C5-A0E8-4C12-B890-6510214CB581}" srcOrd="3" destOrd="0" presId="urn:microsoft.com/office/officeart/2018/2/layout/IconVerticalSolidList"/>
    <dgm:cxn modelId="{ECADD2CA-D1A5-49D5-A158-DF69F2D05F2E}" type="presParOf" srcId="{5DC9A5BD-A530-4717-A783-81EE344FD2AF}" destId="{D7CA3B1C-26A0-4360-B119-09CEF51970ED}" srcOrd="4" destOrd="0" presId="urn:microsoft.com/office/officeart/2018/2/layout/IconVerticalSolidList"/>
    <dgm:cxn modelId="{137E1E16-A6F1-4F71-93B4-5E5A14A56DD4}" type="presParOf" srcId="{D7CA3B1C-26A0-4360-B119-09CEF51970ED}" destId="{D47AA508-6A5B-484C-9D5F-638D1E61C55C}" srcOrd="0" destOrd="0" presId="urn:microsoft.com/office/officeart/2018/2/layout/IconVerticalSolidList"/>
    <dgm:cxn modelId="{829A1D4D-F34D-4530-8843-DB6594750D5D}" type="presParOf" srcId="{D7CA3B1C-26A0-4360-B119-09CEF51970ED}" destId="{D8CCC8F4-EE30-4C9F-A8A1-531D553B0210}" srcOrd="1" destOrd="0" presId="urn:microsoft.com/office/officeart/2018/2/layout/IconVerticalSolidList"/>
    <dgm:cxn modelId="{17248F56-4BFF-4A63-A4C0-4494AFDFA1C1}" type="presParOf" srcId="{D7CA3B1C-26A0-4360-B119-09CEF51970ED}" destId="{E33E8DF6-C785-4C69-9B96-B4DB40CF2D32}" srcOrd="2" destOrd="0" presId="urn:microsoft.com/office/officeart/2018/2/layout/IconVerticalSolidList"/>
    <dgm:cxn modelId="{3D977B45-1842-4731-BCF1-15378B7AE680}" type="presParOf" srcId="{D7CA3B1C-26A0-4360-B119-09CEF51970ED}" destId="{4D8559B6-4293-4946-A8FC-9A240E153E29}" srcOrd="3" destOrd="0" presId="urn:microsoft.com/office/officeart/2018/2/layout/IconVerticalSolidList"/>
    <dgm:cxn modelId="{46C6F6B2-C0CD-42FA-A2DA-6A5EE3B5197E}" type="presParOf" srcId="{5DC9A5BD-A530-4717-A783-81EE344FD2AF}" destId="{1A2857AF-C397-4AC4-B77D-C01A1A1D71FF}" srcOrd="5" destOrd="0" presId="urn:microsoft.com/office/officeart/2018/2/layout/IconVerticalSolidList"/>
    <dgm:cxn modelId="{4E9B50B6-BB87-4935-95DA-94ED60D128D7}" type="presParOf" srcId="{5DC9A5BD-A530-4717-A783-81EE344FD2AF}" destId="{5C7F329E-FCA3-4BC3-A97A-F48BD8BEAAA5}" srcOrd="6" destOrd="0" presId="urn:microsoft.com/office/officeart/2018/2/layout/IconVerticalSolidList"/>
    <dgm:cxn modelId="{1E308E15-432B-4029-9C0B-C2C167FF4CFC}" type="presParOf" srcId="{5C7F329E-FCA3-4BC3-A97A-F48BD8BEAAA5}" destId="{FBAB6493-273C-4BF4-A98F-564EA6B642F5}" srcOrd="0" destOrd="0" presId="urn:microsoft.com/office/officeart/2018/2/layout/IconVerticalSolidList"/>
    <dgm:cxn modelId="{6EE05E05-9D92-4710-B477-3B01BE58BBA5}" type="presParOf" srcId="{5C7F329E-FCA3-4BC3-A97A-F48BD8BEAAA5}" destId="{8E6F0E6D-DA02-4A1F-9A59-216AD1093DF6}" srcOrd="1" destOrd="0" presId="urn:microsoft.com/office/officeart/2018/2/layout/IconVerticalSolidList"/>
    <dgm:cxn modelId="{695B86B8-230D-4660-A636-D5CD0C2F5208}" type="presParOf" srcId="{5C7F329E-FCA3-4BC3-A97A-F48BD8BEAAA5}" destId="{775C3FA5-77B0-4A00-84DB-79E08E9AF3D1}" srcOrd="2" destOrd="0" presId="urn:microsoft.com/office/officeart/2018/2/layout/IconVerticalSolidList"/>
    <dgm:cxn modelId="{689289E0-7310-4469-9DF6-48CF977A71E3}" type="presParOf" srcId="{5C7F329E-FCA3-4BC3-A97A-F48BD8BEAAA5}" destId="{29093DF6-9B1D-457E-B41B-0AB8EB50F6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6DCAB-E6EE-4258-AC1B-684CE321DB14}">
      <dsp:nvSpPr>
        <dsp:cNvPr id="0" name=""/>
        <dsp:cNvSpPr/>
      </dsp:nvSpPr>
      <dsp:spPr>
        <a:xfrm>
          <a:off x="448198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Mobile app for reporting lost/found items</a:t>
          </a:r>
        </a:p>
      </dsp:txBody>
      <dsp:txXfrm>
        <a:off x="4481989" y="96658"/>
        <a:ext cx="1540371" cy="1540371"/>
      </dsp:txXfrm>
    </dsp:sp>
    <dsp:sp modelId="{FEDC1F51-0D1B-4710-B888-BBFF76E27422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49840"/>
            <a:gd name="adj4" fmla="val 20584909"/>
            <a:gd name="adj5" fmla="val 805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879E1-489E-4743-A342-A3617CB616AC}">
      <dsp:nvSpPr>
        <dsp:cNvPr id="0" name=""/>
        <dsp:cNvSpPr/>
      </dsp:nvSpPr>
      <dsp:spPr>
        <a:xfrm>
          <a:off x="448198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Search and filter listings</a:t>
          </a:r>
        </a:p>
      </dsp:txBody>
      <dsp:txXfrm>
        <a:off x="4481989" y="2714308"/>
        <a:ext cx="1540371" cy="1540371"/>
      </dsp:txXfrm>
    </dsp:sp>
    <dsp:sp modelId="{9C07794F-7ABE-4CC0-8D6C-5E52B727F558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949840"/>
            <a:gd name="adj4" fmla="val 4384909"/>
            <a:gd name="adj5" fmla="val 805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C7A58D-80A8-4077-B787-957632C52109}">
      <dsp:nvSpPr>
        <dsp:cNvPr id="0" name=""/>
        <dsp:cNvSpPr/>
      </dsp:nvSpPr>
      <dsp:spPr>
        <a:xfrm>
          <a:off x="186433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 communication</a:t>
          </a:r>
        </a:p>
      </dsp:txBody>
      <dsp:txXfrm>
        <a:off x="1864339" y="2714308"/>
        <a:ext cx="1540371" cy="1540371"/>
      </dsp:txXfrm>
    </dsp:sp>
    <dsp:sp modelId="{84E93A02-B7F7-47F8-B499-43D34A8BC356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1349840"/>
            <a:gd name="adj4" fmla="val 9784909"/>
            <a:gd name="adj5" fmla="val 805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27B046-9736-455C-B25D-731D646C1F92}">
      <dsp:nvSpPr>
        <dsp:cNvPr id="0" name=""/>
        <dsp:cNvSpPr/>
      </dsp:nvSpPr>
      <dsp:spPr>
        <a:xfrm>
          <a:off x="186433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Real-time notifications</a:t>
          </a:r>
        </a:p>
      </dsp:txBody>
      <dsp:txXfrm>
        <a:off x="1864339" y="96658"/>
        <a:ext cx="1540371" cy="1540371"/>
      </dsp:txXfrm>
    </dsp:sp>
    <dsp:sp modelId="{D1C653F8-3387-4066-A13D-700E8E76145C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6749840"/>
            <a:gd name="adj4" fmla="val 15184909"/>
            <a:gd name="adj5" fmla="val 805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54F97-2A34-498D-947E-CAB8AA5962A4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640AB5-6E56-4A4F-A04F-865869BB18DD}">
      <dsp:nvSpPr>
        <dsp:cNvPr id="0" name=""/>
        <dsp:cNvSpPr/>
      </dsp:nvSpPr>
      <dsp:spPr>
        <a:xfrm>
          <a:off x="0" y="1913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 authentication</a:t>
          </a:r>
        </a:p>
      </dsp:txBody>
      <dsp:txXfrm>
        <a:off x="0" y="1913"/>
        <a:ext cx="3993357" cy="652618"/>
      </dsp:txXfrm>
    </dsp:sp>
    <dsp:sp modelId="{41C9DD20-94E8-4AFE-9A29-EB1A9B21558D}">
      <dsp:nvSpPr>
        <dsp:cNvPr id="0" name=""/>
        <dsp:cNvSpPr/>
      </dsp:nvSpPr>
      <dsp:spPr>
        <a:xfrm>
          <a:off x="0" y="65453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29743B-BFB9-4F34-8985-A817AD5977C0}">
      <dsp:nvSpPr>
        <dsp:cNvPr id="0" name=""/>
        <dsp:cNvSpPr/>
      </dsp:nvSpPr>
      <dsp:spPr>
        <a:xfrm>
          <a:off x="0" y="654532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Post items with images</a:t>
          </a:r>
        </a:p>
      </dsp:txBody>
      <dsp:txXfrm>
        <a:off x="0" y="654532"/>
        <a:ext cx="3993357" cy="652618"/>
      </dsp:txXfrm>
    </dsp:sp>
    <dsp:sp modelId="{F9695492-AB4E-4A66-AA41-2D04F05D4B00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3CF8CB0-02A9-4154-8ACF-5086F1E34571}">
      <dsp:nvSpPr>
        <dsp:cNvPr id="0" name=""/>
        <dsp:cNvSpPr/>
      </dsp:nvSpPr>
      <dsp:spPr>
        <a:xfrm>
          <a:off x="0" y="1307150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Search/filter system</a:t>
          </a:r>
        </a:p>
      </dsp:txBody>
      <dsp:txXfrm>
        <a:off x="0" y="1307150"/>
        <a:ext cx="3993357" cy="652618"/>
      </dsp:txXfrm>
    </dsp:sp>
    <dsp:sp modelId="{67AEBFFB-2765-40BD-9D1C-6704444C5BB8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764EE8-CB20-4210-A059-2A3D44A64BE0}">
      <dsp:nvSpPr>
        <dsp:cNvPr id="0" name=""/>
        <dsp:cNvSpPr/>
      </dsp:nvSpPr>
      <dsp:spPr>
        <a:xfrm>
          <a:off x="0" y="1959768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Location tagging</a:t>
          </a:r>
        </a:p>
      </dsp:txBody>
      <dsp:txXfrm>
        <a:off x="0" y="1959768"/>
        <a:ext cx="3993357" cy="652618"/>
      </dsp:txXfrm>
    </dsp:sp>
    <dsp:sp modelId="{D271D9C4-EB51-4917-9190-B269D1F6D15F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D55500-6721-4184-912E-A1ED73B11E6F}">
      <dsp:nvSpPr>
        <dsp:cNvPr id="0" name=""/>
        <dsp:cNvSpPr/>
      </dsp:nvSpPr>
      <dsp:spPr>
        <a:xfrm>
          <a:off x="0" y="2612387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Notifications</a:t>
          </a:r>
        </a:p>
      </dsp:txBody>
      <dsp:txXfrm>
        <a:off x="0" y="2612387"/>
        <a:ext cx="3993357" cy="652618"/>
      </dsp:txXfrm>
    </dsp:sp>
    <dsp:sp modelId="{14912E86-876B-43B0-B995-161723E1C26A}">
      <dsp:nvSpPr>
        <dsp:cNvPr id="0" name=""/>
        <dsp:cNvSpPr/>
      </dsp:nvSpPr>
      <dsp:spPr>
        <a:xfrm>
          <a:off x="0" y="3265005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7D8A49-87C1-4176-99B5-A009554CCCCD}">
      <dsp:nvSpPr>
        <dsp:cNvPr id="0" name=""/>
        <dsp:cNvSpPr/>
      </dsp:nvSpPr>
      <dsp:spPr>
        <a:xfrm>
          <a:off x="0" y="3265005"/>
          <a:ext cx="3993357" cy="652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In-app chat</a:t>
          </a:r>
        </a:p>
      </dsp:txBody>
      <dsp:txXfrm>
        <a:off x="0" y="3265005"/>
        <a:ext cx="3993357" cy="6526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6D9F1-FFE9-4D3D-83C8-44162DBF152E}">
      <dsp:nvSpPr>
        <dsp:cNvPr id="0" name=""/>
        <dsp:cNvSpPr/>
      </dsp:nvSpPr>
      <dsp:spPr>
        <a:xfrm>
          <a:off x="995712" y="1235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48985-FBF5-477D-8979-C726A38EF072}">
      <dsp:nvSpPr>
        <dsp:cNvPr id="0" name=""/>
        <dsp:cNvSpPr/>
      </dsp:nvSpPr>
      <dsp:spPr>
        <a:xfrm>
          <a:off x="1178525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99750-4A45-41BC-9F10-54DC4E7CA524}">
      <dsp:nvSpPr>
        <dsp:cNvPr id="0" name=""/>
        <dsp:cNvSpPr/>
      </dsp:nvSpPr>
      <dsp:spPr>
        <a:xfrm>
          <a:off x="721494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Functional prototype</a:t>
          </a:r>
        </a:p>
      </dsp:txBody>
      <dsp:txXfrm>
        <a:off x="721494" y="1126235"/>
        <a:ext cx="1406250" cy="562500"/>
      </dsp:txXfrm>
    </dsp:sp>
    <dsp:sp modelId="{6F776532-654C-417F-8CD3-BBDBCE63A7B5}">
      <dsp:nvSpPr>
        <dsp:cNvPr id="0" name=""/>
        <dsp:cNvSpPr/>
      </dsp:nvSpPr>
      <dsp:spPr>
        <a:xfrm>
          <a:off x="2648056" y="1235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508F3-798D-424F-B37A-127E2E81E58F}">
      <dsp:nvSpPr>
        <dsp:cNvPr id="0" name=""/>
        <dsp:cNvSpPr/>
      </dsp:nvSpPr>
      <dsp:spPr>
        <a:xfrm>
          <a:off x="2830869" y="184048"/>
          <a:ext cx="492187" cy="49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91645-D46C-4DDB-B2CC-98BAC97EC96A}">
      <dsp:nvSpPr>
        <dsp:cNvPr id="0" name=""/>
        <dsp:cNvSpPr/>
      </dsp:nvSpPr>
      <dsp:spPr>
        <a:xfrm>
          <a:off x="2373837" y="1126235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Faster recovery process</a:t>
          </a:r>
        </a:p>
      </dsp:txBody>
      <dsp:txXfrm>
        <a:off x="2373837" y="1126235"/>
        <a:ext cx="1406250" cy="562500"/>
      </dsp:txXfrm>
    </dsp:sp>
    <dsp:sp modelId="{D682F4ED-4533-4577-B9C6-F9470F9E657E}">
      <dsp:nvSpPr>
        <dsp:cNvPr id="0" name=""/>
        <dsp:cNvSpPr/>
      </dsp:nvSpPr>
      <dsp:spPr>
        <a:xfrm>
          <a:off x="995712" y="2040298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3E059-02AE-4D47-8828-71D94216769A}">
      <dsp:nvSpPr>
        <dsp:cNvPr id="0" name=""/>
        <dsp:cNvSpPr/>
      </dsp:nvSpPr>
      <dsp:spPr>
        <a:xfrm>
          <a:off x="1178525" y="2223110"/>
          <a:ext cx="492187" cy="49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705E3-9589-4F1A-85D6-27261C378E9E}">
      <dsp:nvSpPr>
        <dsp:cNvPr id="0" name=""/>
        <dsp:cNvSpPr/>
      </dsp:nvSpPr>
      <dsp:spPr>
        <a:xfrm>
          <a:off x="721494" y="316529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Improved communication</a:t>
          </a:r>
        </a:p>
      </dsp:txBody>
      <dsp:txXfrm>
        <a:off x="721494" y="3165298"/>
        <a:ext cx="1406250" cy="562500"/>
      </dsp:txXfrm>
    </dsp:sp>
    <dsp:sp modelId="{41B9614F-C695-43F3-97D9-3C876D5EB6A1}">
      <dsp:nvSpPr>
        <dsp:cNvPr id="0" name=""/>
        <dsp:cNvSpPr/>
      </dsp:nvSpPr>
      <dsp:spPr>
        <a:xfrm>
          <a:off x="2648056" y="2040298"/>
          <a:ext cx="857812" cy="857812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DA4FE-8CC7-47DE-B212-4DA1493EEEE4}">
      <dsp:nvSpPr>
        <dsp:cNvPr id="0" name=""/>
        <dsp:cNvSpPr/>
      </dsp:nvSpPr>
      <dsp:spPr>
        <a:xfrm>
          <a:off x="2830869" y="2223110"/>
          <a:ext cx="492187" cy="4921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FD0686-9655-43E5-9EA3-624CF1659BBF}">
      <dsp:nvSpPr>
        <dsp:cNvPr id="0" name=""/>
        <dsp:cNvSpPr/>
      </dsp:nvSpPr>
      <dsp:spPr>
        <a:xfrm>
          <a:off x="2373837" y="3165298"/>
          <a:ext cx="1406250" cy="56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Scalable system</a:t>
          </a:r>
        </a:p>
      </dsp:txBody>
      <dsp:txXfrm>
        <a:off x="2373837" y="3165298"/>
        <a:ext cx="1406250" cy="562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A100D-69CD-43E9-8878-53FFBDD6E637}">
      <dsp:nvSpPr>
        <dsp:cNvPr id="0" name=""/>
        <dsp:cNvSpPr/>
      </dsp:nvSpPr>
      <dsp:spPr>
        <a:xfrm>
          <a:off x="0" y="1805"/>
          <a:ext cx="4040626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DDA24-40A2-495A-8C72-B3F6C32DE6B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AA610-8546-4283-AF9B-2A63E0DCFE03}">
      <dsp:nvSpPr>
        <dsp:cNvPr id="0" name=""/>
        <dsp:cNvSpPr/>
      </dsp:nvSpPr>
      <dsp:spPr>
        <a:xfrm>
          <a:off x="1057183" y="1805"/>
          <a:ext cx="2983442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AI-based item matching</a:t>
          </a:r>
        </a:p>
      </dsp:txBody>
      <dsp:txXfrm>
        <a:off x="1057183" y="1805"/>
        <a:ext cx="2983442" cy="915310"/>
      </dsp:txXfrm>
    </dsp:sp>
    <dsp:sp modelId="{55A27E77-B609-4873-8CAB-4787E11F536B}">
      <dsp:nvSpPr>
        <dsp:cNvPr id="0" name=""/>
        <dsp:cNvSpPr/>
      </dsp:nvSpPr>
      <dsp:spPr>
        <a:xfrm>
          <a:off x="0" y="1145944"/>
          <a:ext cx="4040626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432C9-B0B8-402F-B211-C7E2F4E2DD67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FCEA6-24D1-4605-834D-D1602CA6E3E3}">
      <dsp:nvSpPr>
        <dsp:cNvPr id="0" name=""/>
        <dsp:cNvSpPr/>
      </dsp:nvSpPr>
      <dsp:spPr>
        <a:xfrm>
          <a:off x="1057183" y="1145944"/>
          <a:ext cx="2983442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Image recognition</a:t>
          </a:r>
        </a:p>
      </dsp:txBody>
      <dsp:txXfrm>
        <a:off x="1057183" y="1145944"/>
        <a:ext cx="2983442" cy="915310"/>
      </dsp:txXfrm>
    </dsp:sp>
    <dsp:sp modelId="{D47AA508-6A5B-484C-9D5F-638D1E61C55C}">
      <dsp:nvSpPr>
        <dsp:cNvPr id="0" name=""/>
        <dsp:cNvSpPr/>
      </dsp:nvSpPr>
      <dsp:spPr>
        <a:xfrm>
          <a:off x="0" y="2290082"/>
          <a:ext cx="4040626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CC8F4-EE30-4C9F-A8A1-531D553B0210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559B6-4293-4946-A8FC-9A240E153E29}">
      <dsp:nvSpPr>
        <dsp:cNvPr id="0" name=""/>
        <dsp:cNvSpPr/>
      </dsp:nvSpPr>
      <dsp:spPr>
        <a:xfrm>
          <a:off x="1057183" y="2290082"/>
          <a:ext cx="2983442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Cross-platform development</a:t>
          </a:r>
        </a:p>
      </dsp:txBody>
      <dsp:txXfrm>
        <a:off x="1057183" y="2290082"/>
        <a:ext cx="2983442" cy="915310"/>
      </dsp:txXfrm>
    </dsp:sp>
    <dsp:sp modelId="{FBAB6493-273C-4BF4-A98F-564EA6B642F5}">
      <dsp:nvSpPr>
        <dsp:cNvPr id="0" name=""/>
        <dsp:cNvSpPr/>
      </dsp:nvSpPr>
      <dsp:spPr>
        <a:xfrm>
          <a:off x="0" y="3434221"/>
          <a:ext cx="4040626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F0E6D-DA02-4A1F-9A59-216AD1093DF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93DF6-9B1D-457E-B41B-0AB8EB50F640}">
      <dsp:nvSpPr>
        <dsp:cNvPr id="0" name=""/>
        <dsp:cNvSpPr/>
      </dsp:nvSpPr>
      <dsp:spPr>
        <a:xfrm>
          <a:off x="1057183" y="3434221"/>
          <a:ext cx="2983442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Integration with university systems</a:t>
          </a:r>
        </a:p>
      </dsp:txBody>
      <dsp:txXfrm>
        <a:off x="1057183" y="3434221"/>
        <a:ext cx="2983442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500"/>
              <a:t>Smart Lost and Found Mobile Application for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GB" sz="2100" dirty="0"/>
              <a:t>Mukiibi Moses - 2217144</a:t>
            </a:r>
          </a:p>
          <a:p>
            <a:r>
              <a:rPr lang="en-GB" sz="2100" dirty="0"/>
              <a:t>Shema </a:t>
            </a:r>
            <a:r>
              <a:rPr lang="en-GB" sz="2100" dirty="0" err="1"/>
              <a:t>Nkindi</a:t>
            </a:r>
            <a:r>
              <a:rPr lang="en-GB" sz="2100" dirty="0"/>
              <a:t> Giscard - 2217151</a:t>
            </a:r>
          </a:p>
          <a:p>
            <a:r>
              <a:rPr lang="en-GB" sz="2100" dirty="0"/>
              <a:t>Lyimo Johnson Samwel – 2217141</a:t>
            </a:r>
          </a:p>
          <a:p>
            <a:r>
              <a:rPr lang="en-GB" sz="2100" dirty="0"/>
              <a:t>Antony Susan </a:t>
            </a:r>
            <a:r>
              <a:rPr lang="en-GB" sz="2100" dirty="0" err="1"/>
              <a:t>Mrefu</a:t>
            </a:r>
            <a:r>
              <a:rPr lang="en-GB" sz="2100" dirty="0"/>
              <a:t> – 2217152</a:t>
            </a:r>
          </a:p>
          <a:p>
            <a:r>
              <a:rPr lang="en-GB" sz="2100" dirty="0" err="1"/>
              <a:t>Dufitumukiza</a:t>
            </a:r>
            <a:r>
              <a:rPr lang="en-GB" sz="2100" dirty="0"/>
              <a:t> Jean Pierre – 2217059</a:t>
            </a:r>
          </a:p>
          <a:p>
            <a:r>
              <a:rPr lang="en-GB" sz="2100" dirty="0"/>
              <a:t>Gombe Mikael - 2217160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GB" sz="2800"/>
              <a:t>Abstract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C0DEB299-DFCB-508E-F168-1A2394E04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42" r="1437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GB" sz="1700"/>
              <a:t>A mobile app to help students report, search, and recover lost items.</a:t>
            </a:r>
          </a:p>
          <a:p>
            <a:r>
              <a:rPr lang="en-GB" sz="1700"/>
              <a:t>Uses cloud services for real-time updates and communication.</a:t>
            </a:r>
          </a:p>
          <a:p>
            <a:r>
              <a:rPr lang="en-GB" sz="1700"/>
              <a:t>Improves recovery rates and convenience.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/>
              <a:t>Smartphone usage is increasing globally.</a:t>
            </a:r>
          </a:p>
          <a:p>
            <a:r>
              <a:rPr lang="en-GB" sz="2100"/>
              <a:t>Lost items are common on campus.</a:t>
            </a:r>
          </a:p>
          <a:p>
            <a:r>
              <a:rPr lang="en-GB" sz="2100"/>
              <a:t>Traditional systems are inefficient.</a:t>
            </a:r>
          </a:p>
          <a:p>
            <a:r>
              <a:rPr lang="en-GB" sz="2100"/>
              <a:t>Need for a centralized mobile solution.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E4F5F51C-D54C-1592-88DC-AE0E0B26A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/>
              <a:t>No centralized platform</a:t>
            </a:r>
          </a:p>
          <a:p>
            <a:r>
              <a:rPr lang="en-GB" sz="1700"/>
              <a:t>Delayed communication</a:t>
            </a:r>
          </a:p>
          <a:p>
            <a:r>
              <a:rPr lang="en-GB" sz="1700"/>
              <a:t>Manual record-keeping</a:t>
            </a:r>
          </a:p>
          <a:p>
            <a:r>
              <a:rPr lang="en-GB" sz="1700"/>
              <a:t>Low recovery success rates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F6A69-1B29-77A6-1007-05C18B6D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50" r="4220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FBC20DDA-C07F-A993-F308-DCF078BC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8" r="4972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1700"/>
              <a:t>Location-based systems improve tracking</a:t>
            </a:r>
          </a:p>
          <a:p>
            <a:r>
              <a:rPr lang="en-GB" sz="1700"/>
              <a:t>User-centered design improves usability</a:t>
            </a:r>
          </a:p>
          <a:p>
            <a:r>
              <a:rPr lang="en-GB" sz="1700"/>
              <a:t>Cloud services enable real-time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D7BD65-6486-D6FF-95A0-76CA984A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Proposed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098275-3AB3-C252-D3E3-B7496FD8B1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33570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7B963-5F16-6F6A-074D-8964B48D7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95" r="49924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1700"/>
              <a:t>Frontend: Android App</a:t>
            </a:r>
          </a:p>
          <a:p>
            <a:r>
              <a:rPr lang="en-GB" sz="1700"/>
              <a:t>Backend: Firebase</a:t>
            </a:r>
          </a:p>
          <a:p>
            <a:r>
              <a:rPr lang="en-GB" sz="1700"/>
              <a:t>Database: Firestore</a:t>
            </a:r>
          </a:p>
          <a:p>
            <a:r>
              <a:rPr lang="en-GB" sz="1700"/>
              <a:t>Real-time data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GB" sz="3100"/>
              <a:t>Key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D4540-286A-7493-F447-EE8786B9D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29" r="30591" b="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B2F878-865F-944B-9AD2-2163964C8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550229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>
                <a:solidFill>
                  <a:schemeClr val="bg1"/>
                </a:solidFill>
              </a:rPr>
              <a:t>Technologies Used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r>
              <a:rPr lang="en-GB" sz="1700">
                <a:solidFill>
                  <a:schemeClr val="bg1"/>
                </a:solidFill>
              </a:rPr>
              <a:t>Android Studio (Java/Kotlin)</a:t>
            </a:r>
          </a:p>
          <a:p>
            <a:r>
              <a:rPr lang="en-GB" sz="1700">
                <a:solidFill>
                  <a:schemeClr val="bg1"/>
                </a:solidFill>
              </a:rPr>
              <a:t>Firebase Authentication &amp; Firestore</a:t>
            </a:r>
          </a:p>
          <a:p>
            <a:r>
              <a:rPr lang="en-GB" sz="1700">
                <a:solidFill>
                  <a:schemeClr val="bg1"/>
                </a:solidFill>
              </a:rPr>
              <a:t>Google Maps API</a:t>
            </a:r>
          </a:p>
          <a:p>
            <a:r>
              <a:rPr lang="en-GB" sz="1700">
                <a:solidFill>
                  <a:schemeClr val="bg1"/>
                </a:solidFill>
              </a:rPr>
              <a:t>Android SDK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GB" sz="3500"/>
              <a:t>Expected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D7DA8-EC42-40D4-EF5F-11FED3AA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54" r="30400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FF8261-D583-D25C-5638-937DAC47D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566439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0626" cy="1325563"/>
          </a:xfrm>
        </p:spPr>
        <p:txBody>
          <a:bodyPr>
            <a:normAutofit/>
          </a:bodyPr>
          <a:lstStyle/>
          <a:p>
            <a:r>
              <a:t>Future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91413-56B2-3CA0-A9D1-46132CD38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668"/>
          <a:stretch>
            <a:fillRect/>
          </a:stretch>
        </p:blipFill>
        <p:spPr>
          <a:xfrm>
            <a:off x="4965970" y="1295416"/>
            <a:ext cx="4178030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2588" y="1656147"/>
            <a:ext cx="409575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054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7654DF-CD89-BD25-BD61-37452E049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086700"/>
              </p:ext>
            </p:extLst>
          </p:nvPr>
        </p:nvGraphicFramePr>
        <p:xfrm>
          <a:off x="628650" y="1825625"/>
          <a:ext cx="40406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6E2F43-29E9-49D9-91FC-E5FEFAAA7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2E66CDB9-FCDF-2369-28C2-D7978FBA2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320" y="4697056"/>
            <a:ext cx="3841679" cy="2160944"/>
          </a:xfrm>
          <a:custGeom>
            <a:avLst/>
            <a:gdLst/>
            <a:ahLst/>
            <a:cxnLst/>
            <a:rect l="l" t="t" r="r" b="b"/>
            <a:pathLst>
              <a:path w="5580942" h="5519103">
                <a:moveTo>
                  <a:pt x="169765" y="0"/>
                </a:moveTo>
                <a:lnTo>
                  <a:pt x="5580942" y="0"/>
                </a:lnTo>
                <a:lnTo>
                  <a:pt x="5580942" y="5519103"/>
                </a:lnTo>
                <a:lnTo>
                  <a:pt x="9100" y="5519103"/>
                </a:lnTo>
                <a:lnTo>
                  <a:pt x="0" y="5474029"/>
                </a:lnTo>
                <a:lnTo>
                  <a:pt x="0" y="169765"/>
                </a:lnTo>
                <a:cubicBezTo>
                  <a:pt x="0" y="76006"/>
                  <a:pt x="76006" y="0"/>
                  <a:pt x="169765" y="0"/>
                </a:cubicBezTo>
                <a:close/>
              </a:path>
            </a:pathLst>
          </a:custGeom>
        </p:spPr>
      </p:pic>
      <p:sp>
        <p:nvSpPr>
          <p:cNvPr id="11" name="Arc 10">
            <a:extLst>
              <a:ext uri="{FF2B5EF4-FFF2-40B4-BE49-F238E27FC236}">
                <a16:creationId xmlns:a16="http://schemas.microsoft.com/office/drawing/2014/main" id="{3BA62E19-CD42-4C09-B825-844B4943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40409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699" cy="1325563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r>
              <a:t>Provides a centralized solution</a:t>
            </a:r>
          </a:p>
          <a:p>
            <a:r>
              <a:t>Improves efficiency and usability</a:t>
            </a:r>
          </a:p>
          <a:p>
            <a:r>
              <a:t>Demonstrates real-world mobile application impact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63CC27-1C86-4653-8866-79C24C5C5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1943" y="1656147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227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Smart Lost and Found Mobile Application for Campus</vt:lpstr>
      <vt:lpstr>Abstract</vt:lpstr>
      <vt:lpstr>Introduction</vt:lpstr>
      <vt:lpstr>Problem Statement</vt:lpstr>
      <vt:lpstr>Related Work</vt:lpstr>
      <vt:lpstr>Proposed System</vt:lpstr>
      <vt:lpstr>System Architecture</vt:lpstr>
      <vt:lpstr>Key Features</vt:lpstr>
      <vt:lpstr>Technologies Used</vt:lpstr>
      <vt:lpstr>Expected Results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무키비모세스</cp:lastModifiedBy>
  <cp:revision>2</cp:revision>
  <dcterms:created xsi:type="dcterms:W3CDTF">2013-01-27T09:14:16Z</dcterms:created>
  <dcterms:modified xsi:type="dcterms:W3CDTF">2026-03-24T00:05:08Z</dcterms:modified>
  <cp:category/>
</cp:coreProperties>
</file>